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drawings/vmlDrawing1.vml" ContentType="application/vnd.openxmlformats-officedocument.vmlDrawing"/>
  <Override PartName="/ppt/embeddings/oleObject1.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21396325" cy="30267275"/>
  <p:notesSz cx="6715125" cy="9239250"/>
  <p:defaultTextStyle>
    <a:defPPr>
      <a:defRPr lang="en-US"/>
    </a:defPPr>
    <a:lvl1pPr algn="ctr" rtl="0" fontAlgn="base">
      <a:spcBef>
        <a:spcPct val="0"/>
      </a:spcBef>
      <a:spcAft>
        <a:spcPct val="0"/>
      </a:spcAft>
      <a:defRPr sz="5823" kern="1200">
        <a:solidFill>
          <a:schemeClr val="tx1"/>
        </a:solidFill>
        <a:latin typeface="Arial" charset="0"/>
        <a:ea typeface="+mn-ea"/>
        <a:cs typeface="+mn-cs"/>
      </a:defRPr>
    </a:lvl1pPr>
    <a:lvl2pPr marL="385892" algn="ctr" rtl="0" fontAlgn="base">
      <a:spcBef>
        <a:spcPct val="0"/>
      </a:spcBef>
      <a:spcAft>
        <a:spcPct val="0"/>
      </a:spcAft>
      <a:defRPr sz="5823" kern="1200">
        <a:solidFill>
          <a:schemeClr val="tx1"/>
        </a:solidFill>
        <a:latin typeface="Arial" charset="0"/>
        <a:ea typeface="+mn-ea"/>
        <a:cs typeface="+mn-cs"/>
      </a:defRPr>
    </a:lvl2pPr>
    <a:lvl3pPr marL="771784" algn="ctr" rtl="0" fontAlgn="base">
      <a:spcBef>
        <a:spcPct val="0"/>
      </a:spcBef>
      <a:spcAft>
        <a:spcPct val="0"/>
      </a:spcAft>
      <a:defRPr sz="5823" kern="1200">
        <a:solidFill>
          <a:schemeClr val="tx1"/>
        </a:solidFill>
        <a:latin typeface="Arial" charset="0"/>
        <a:ea typeface="+mn-ea"/>
        <a:cs typeface="+mn-cs"/>
      </a:defRPr>
    </a:lvl3pPr>
    <a:lvl4pPr marL="1157676" algn="ctr" rtl="0" fontAlgn="base">
      <a:spcBef>
        <a:spcPct val="0"/>
      </a:spcBef>
      <a:spcAft>
        <a:spcPct val="0"/>
      </a:spcAft>
      <a:defRPr sz="5823" kern="1200">
        <a:solidFill>
          <a:schemeClr val="tx1"/>
        </a:solidFill>
        <a:latin typeface="Arial" charset="0"/>
        <a:ea typeface="+mn-ea"/>
        <a:cs typeface="+mn-cs"/>
      </a:defRPr>
    </a:lvl4pPr>
    <a:lvl5pPr marL="1543568" algn="ctr" rtl="0" fontAlgn="base">
      <a:spcBef>
        <a:spcPct val="0"/>
      </a:spcBef>
      <a:spcAft>
        <a:spcPct val="0"/>
      </a:spcAft>
      <a:defRPr sz="5823" kern="1200">
        <a:solidFill>
          <a:schemeClr val="tx1"/>
        </a:solidFill>
        <a:latin typeface="Arial" charset="0"/>
        <a:ea typeface="+mn-ea"/>
        <a:cs typeface="+mn-cs"/>
      </a:defRPr>
    </a:lvl5pPr>
    <a:lvl6pPr marL="1929461" algn="l" defTabSz="771784" rtl="0" eaLnBrk="1" latinLnBrk="0" hangingPunct="1">
      <a:defRPr sz="5823" kern="1200">
        <a:solidFill>
          <a:schemeClr val="tx1"/>
        </a:solidFill>
        <a:latin typeface="Arial" charset="0"/>
        <a:ea typeface="+mn-ea"/>
        <a:cs typeface="+mn-cs"/>
      </a:defRPr>
    </a:lvl6pPr>
    <a:lvl7pPr marL="2315352" algn="l" defTabSz="771784" rtl="0" eaLnBrk="1" latinLnBrk="0" hangingPunct="1">
      <a:defRPr sz="5823" kern="1200">
        <a:solidFill>
          <a:schemeClr val="tx1"/>
        </a:solidFill>
        <a:latin typeface="Arial" charset="0"/>
        <a:ea typeface="+mn-ea"/>
        <a:cs typeface="+mn-cs"/>
      </a:defRPr>
    </a:lvl7pPr>
    <a:lvl8pPr marL="2701244" algn="l" defTabSz="771784" rtl="0" eaLnBrk="1" latinLnBrk="0" hangingPunct="1">
      <a:defRPr sz="5823" kern="1200">
        <a:solidFill>
          <a:schemeClr val="tx1"/>
        </a:solidFill>
        <a:latin typeface="Arial" charset="0"/>
        <a:ea typeface="+mn-ea"/>
        <a:cs typeface="+mn-cs"/>
      </a:defRPr>
    </a:lvl8pPr>
    <a:lvl9pPr marL="3087135" algn="l" defTabSz="771784" rtl="0" eaLnBrk="1" latinLnBrk="0" hangingPunct="1">
      <a:defRPr sz="5823"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4447" userDrawn="1">
          <p15:clr>
            <a:srgbClr val="A4A3A4"/>
          </p15:clr>
        </p15:guide>
        <p15:guide id="2" orient="horz" pos="18569" userDrawn="1">
          <p15:clr>
            <a:srgbClr val="A4A3A4"/>
          </p15:clr>
        </p15:guide>
        <p15:guide id="3" orient="horz" pos="1975" userDrawn="1">
          <p15:clr>
            <a:srgbClr val="A4A3A4"/>
          </p15:clr>
        </p15:guide>
        <p15:guide id="4" pos="67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C0C0"/>
    <a:srgbClr val="0046D2"/>
    <a:srgbClr val="FF0000"/>
    <a:srgbClr val="698ED9"/>
    <a:srgbClr val="A7C4FF"/>
    <a:srgbClr val="003064"/>
    <a:srgbClr val="003399"/>
    <a:srgbClr val="0021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20"/>
    <p:restoredTop sz="94660"/>
  </p:normalViewPr>
  <p:slideViewPr>
    <p:cSldViewPr snapToGrid="0" showGuides="1">
      <p:cViewPr varScale="1">
        <p:scale>
          <a:sx n="21" d="100"/>
          <a:sy n="21" d="100"/>
        </p:scale>
        <p:origin x="2098" y="-62"/>
      </p:cViewPr>
      <p:guideLst>
        <p:guide orient="horz" pos="4447"/>
        <p:guide orient="horz" pos="18569"/>
        <p:guide orient="horz" pos="1975"/>
        <p:guide pos="6739"/>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1.xml"/><Relationship Id="rId4"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view3D>
      <c:rotX val="15"/>
      <c:rotY val="20"/>
      <c:depthPercent val="100"/>
      <c:rAngAx val="0"/>
    </c:view3D>
    <c:floor>
      <c:thickness val="0"/>
      <c:spPr>
        <a:noFill/>
        <a:ln w="9525" cap="flat" cmpd="sng" algn="ctr">
          <a:solidFill>
            <a:schemeClr val="tx1">
              <a:lumMod val="15000"/>
              <a:lumOff val="85000"/>
            </a:schemeClr>
          </a:solidFill>
          <a:round/>
        </a:ln>
        <a:effectLst/>
        <a:sp3d contourW="9525">
          <a:contourClr>
            <a:schemeClr val="tx1">
              <a:lumMod val="15000"/>
              <a:lumOff val="85000"/>
            </a:schemeClr>
          </a:contourClr>
        </a:sp3d>
      </c:spPr>
    </c:floor>
    <c:sideWall>
      <c:thickness val="0"/>
      <c:spPr>
        <a:noFill/>
        <a:ln>
          <a:noFill/>
        </a:ln>
        <a:effectLst/>
        <a:sp3d/>
      </c:spPr>
    </c:sideWall>
    <c:backWall>
      <c:thickness val="0"/>
      <c:spPr>
        <a:noFill/>
        <a:ln>
          <a:noFill/>
        </a:ln>
        <a:effectLst/>
        <a:sp3d/>
      </c:spPr>
    </c:backWall>
    <c:plotArea>
      <c:layout/>
      <c:area3DChart>
        <c:grouping val="standard"/>
        <c:varyColors val="0"/>
        <c:ser>
          <c:idx val="0"/>
          <c:order val="0"/>
          <c:tx>
            <c:strRef>
              <c:f>Sheet1!$B$1</c:f>
              <c:strCache>
                <c:ptCount val="1"/>
                <c:pt idx="0">
                  <c:v>Series 1</c:v>
                </c:pt>
              </c:strCache>
            </c:strRef>
          </c:tx>
          <c:spPr>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ln>
              <a:noFill/>
            </a:ln>
            <a:effectLst/>
            <a:sp3d/>
          </c:spPr>
          <c:cat>
            <c:numRef>
              <c:f>Sheet1!$A$2:$A$6</c:f>
              <c:numCache>
                <c:formatCode>m/d/yyyy</c:formatCode>
                <c:ptCount val="5"/>
                <c:pt idx="0">
                  <c:v>37377</c:v>
                </c:pt>
                <c:pt idx="1">
                  <c:v>37408</c:v>
                </c:pt>
                <c:pt idx="2">
                  <c:v>37438</c:v>
                </c:pt>
                <c:pt idx="3">
                  <c:v>37469</c:v>
                </c:pt>
                <c:pt idx="4">
                  <c:v>37500</c:v>
                </c:pt>
              </c:numCache>
            </c:numRef>
          </c:cat>
          <c:val>
            <c:numRef>
              <c:f>Sheet1!$B$2:$B$6</c:f>
              <c:numCache>
                <c:formatCode>General</c:formatCode>
                <c:ptCount val="5"/>
                <c:pt idx="0">
                  <c:v>10</c:v>
                </c:pt>
                <c:pt idx="1">
                  <c:v>15</c:v>
                </c:pt>
                <c:pt idx="2">
                  <c:v>7</c:v>
                </c:pt>
                <c:pt idx="3">
                  <c:v>12</c:v>
                </c:pt>
                <c:pt idx="4">
                  <c:v>9</c:v>
                </c:pt>
              </c:numCache>
            </c:numRef>
          </c:val>
          <c:extLst xmlns:c16r2="http://schemas.microsoft.com/office/drawing/2015/06/chart">
            <c:ext xmlns:c16="http://schemas.microsoft.com/office/drawing/2014/chart" uri="{C3380CC4-5D6E-409C-BE32-E72D297353CC}">
              <c16:uniqueId val="{00000000-C9A8-4142-AD73-44501C9AE09A}"/>
            </c:ext>
          </c:extLst>
        </c:ser>
        <c:ser>
          <c:idx val="1"/>
          <c:order val="1"/>
          <c:tx>
            <c:strRef>
              <c:f>Sheet1!$C$1</c:f>
              <c:strCache>
                <c:ptCount val="1"/>
                <c:pt idx="0">
                  <c:v>Series 2</c:v>
                </c:pt>
              </c:strCache>
            </c:strRef>
          </c:tx>
          <c:spPr>
            <a:gradFill flip="none" rotWithShape="1">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tileRect/>
            </a:gradFill>
            <a:ln>
              <a:noFill/>
            </a:ln>
            <a:effectLst/>
            <a:sp3d/>
          </c:spPr>
          <c:cat>
            <c:numRef>
              <c:f>Sheet1!$A$2:$A$6</c:f>
              <c:numCache>
                <c:formatCode>m/d/yyyy</c:formatCode>
                <c:ptCount val="5"/>
                <c:pt idx="0">
                  <c:v>37377</c:v>
                </c:pt>
                <c:pt idx="1">
                  <c:v>37408</c:v>
                </c:pt>
                <c:pt idx="2">
                  <c:v>37438</c:v>
                </c:pt>
                <c:pt idx="3">
                  <c:v>37469</c:v>
                </c:pt>
                <c:pt idx="4">
                  <c:v>37500</c:v>
                </c:pt>
              </c:numCache>
            </c:numRef>
          </c:cat>
          <c:val>
            <c:numRef>
              <c:f>Sheet1!$C$2:$C$6</c:f>
              <c:numCache>
                <c:formatCode>General</c:formatCode>
                <c:ptCount val="5"/>
                <c:pt idx="0">
                  <c:v>15</c:v>
                </c:pt>
                <c:pt idx="1">
                  <c:v>12</c:v>
                </c:pt>
                <c:pt idx="2">
                  <c:v>14</c:v>
                </c:pt>
                <c:pt idx="3">
                  <c:v>17</c:v>
                </c:pt>
                <c:pt idx="4">
                  <c:v>13</c:v>
                </c:pt>
              </c:numCache>
            </c:numRef>
          </c:val>
          <c:extLst xmlns:c16r2="http://schemas.microsoft.com/office/drawing/2015/06/chart">
            <c:ext xmlns:c16="http://schemas.microsoft.com/office/drawing/2014/chart" uri="{C3380CC4-5D6E-409C-BE32-E72D297353CC}">
              <c16:uniqueId val="{00000001-C9A8-4142-AD73-44501C9AE09A}"/>
            </c:ext>
          </c:extLst>
        </c:ser>
        <c:ser>
          <c:idx val="2"/>
          <c:order val="2"/>
          <c:tx>
            <c:strRef>
              <c:f>Sheet1!$D$1</c:f>
              <c:strCache>
                <c:ptCount val="1"/>
                <c:pt idx="0">
                  <c:v>Series 3</c:v>
                </c:pt>
              </c:strCache>
            </c:strRef>
          </c:tx>
          <c:spPr>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ln w="25400">
              <a:noFill/>
            </a:ln>
            <a:effectLst/>
            <a:sp3d/>
          </c:spPr>
          <c:cat>
            <c:numRef>
              <c:f>Sheet1!$A$2:$A$6</c:f>
              <c:numCache>
                <c:formatCode>m/d/yyyy</c:formatCode>
                <c:ptCount val="5"/>
                <c:pt idx="0">
                  <c:v>37377</c:v>
                </c:pt>
                <c:pt idx="1">
                  <c:v>37408</c:v>
                </c:pt>
                <c:pt idx="2">
                  <c:v>37438</c:v>
                </c:pt>
                <c:pt idx="3">
                  <c:v>37469</c:v>
                </c:pt>
                <c:pt idx="4">
                  <c:v>37500</c:v>
                </c:pt>
              </c:numCache>
            </c:numRef>
          </c:cat>
          <c:val>
            <c:numRef>
              <c:f>Sheet1!$D$2:$D$6</c:f>
              <c:numCache>
                <c:formatCode>General</c:formatCode>
                <c:ptCount val="5"/>
                <c:pt idx="0">
                  <c:v>17</c:v>
                </c:pt>
                <c:pt idx="1">
                  <c:v>14</c:v>
                </c:pt>
                <c:pt idx="2">
                  <c:v>17</c:v>
                </c:pt>
                <c:pt idx="3">
                  <c:v>12</c:v>
                </c:pt>
                <c:pt idx="4">
                  <c:v>15</c:v>
                </c:pt>
              </c:numCache>
            </c:numRef>
          </c:val>
          <c:extLst xmlns:c16r2="http://schemas.microsoft.com/office/drawing/2015/06/chart">
            <c:ext xmlns:c16="http://schemas.microsoft.com/office/drawing/2014/chart" uri="{C3380CC4-5D6E-409C-BE32-E72D297353CC}">
              <c16:uniqueId val="{00000002-C9A8-4142-AD73-44501C9AE09A}"/>
            </c:ext>
          </c:extLst>
        </c:ser>
        <c:dLbls>
          <c:showLegendKey val="0"/>
          <c:showVal val="0"/>
          <c:showCatName val="0"/>
          <c:showSerName val="0"/>
          <c:showPercent val="0"/>
          <c:showBubbleSize val="0"/>
        </c:dLbls>
        <c:gapDepth val="0"/>
        <c:axId val="1233570624"/>
        <c:axId val="1233562464"/>
        <c:axId val="1233357472"/>
      </c:area3DChart>
      <c:dateAx>
        <c:axId val="1233570624"/>
        <c:scaling>
          <c:orientation val="minMax"/>
        </c:scaling>
        <c:delete val="0"/>
        <c:axPos val="b"/>
        <c:numFmt formatCode="m/d/yy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33562464"/>
        <c:crosses val="autoZero"/>
        <c:auto val="1"/>
        <c:lblOffset val="100"/>
        <c:baseTimeUnit val="months"/>
      </c:dateAx>
      <c:valAx>
        <c:axId val="12335624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33570624"/>
        <c:crosses val="autoZero"/>
        <c:crossBetween val="midCat"/>
      </c:valAx>
      <c:serAx>
        <c:axId val="1233357472"/>
        <c:scaling>
          <c:orientation val="minMax"/>
        </c:scaling>
        <c:delete val="0"/>
        <c:axPos val="b"/>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33562464"/>
        <c:crosses val="autoZero"/>
      </c:serAx>
      <c:spPr>
        <a:noFill/>
        <a:ln>
          <a:noFill/>
        </a:ln>
        <a:effectLst/>
      </c:spPr>
    </c:plotArea>
    <c:legend>
      <c:legendPos val="b"/>
      <c:layout>
        <c:manualLayout>
          <c:xMode val="edge"/>
          <c:yMode val="edge"/>
          <c:x val="0.31603619598341398"/>
          <c:y val="0.84184924844036102"/>
          <c:w val="0.36792745002179"/>
          <c:h val="5.5356980444688501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0"/>
  </c:chart>
  <c:spPr>
    <a:noFill/>
    <a:ln>
      <a:noFill/>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098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smtClean="0"/>
            </a:lvl1pPr>
          </a:lstStyle>
          <a:p>
            <a:pPr>
              <a:defRPr/>
            </a:pPr>
            <a:endParaRPr lang="en-US" altLang="en-US"/>
          </a:p>
        </p:txBody>
      </p:sp>
      <p:sp>
        <p:nvSpPr>
          <p:cNvPr id="3075" name="Rectangle 3"/>
          <p:cNvSpPr>
            <a:spLocks noGrp="1" noChangeArrowheads="1"/>
          </p:cNvSpPr>
          <p:nvPr>
            <p:ph type="dt" idx="1"/>
          </p:nvPr>
        </p:nvSpPr>
        <p:spPr bwMode="auto">
          <a:xfrm>
            <a:off x="3803650" y="0"/>
            <a:ext cx="29098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ltLang="en-US"/>
          </a:p>
        </p:txBody>
      </p:sp>
      <p:sp>
        <p:nvSpPr>
          <p:cNvPr id="3076" name="Rectangle 4"/>
          <p:cNvSpPr>
            <a:spLocks noGrp="1" noRot="1" noChangeAspect="1" noChangeArrowheads="1" noTextEdit="1"/>
          </p:cNvSpPr>
          <p:nvPr>
            <p:ph type="sldImg" idx="2"/>
          </p:nvPr>
        </p:nvSpPr>
        <p:spPr bwMode="auto">
          <a:xfrm>
            <a:off x="2133600" y="692150"/>
            <a:ext cx="2449513" cy="3465513"/>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671513" y="4389438"/>
            <a:ext cx="5372100" cy="415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noProof="0" smtClean="0"/>
              <a:t>Click to edit Master text styles</a:t>
            </a:r>
          </a:p>
          <a:p>
            <a:pPr lvl="1"/>
            <a:r>
              <a:rPr lang="en-US" altLang="en-US" noProof="0" smtClean="0"/>
              <a:t>Second level</a:t>
            </a:r>
          </a:p>
          <a:p>
            <a:pPr lvl="2"/>
            <a:r>
              <a:rPr lang="en-US" altLang="en-US" noProof="0" smtClean="0"/>
              <a:t>Third level</a:t>
            </a:r>
          </a:p>
          <a:p>
            <a:pPr lvl="3"/>
            <a:r>
              <a:rPr lang="en-US" altLang="en-US" noProof="0" smtClean="0"/>
              <a:t>Fourth level</a:t>
            </a:r>
          </a:p>
          <a:p>
            <a:pPr lvl="4"/>
            <a:r>
              <a:rPr lang="en-US" altLang="en-US" noProof="0" smtClean="0"/>
              <a:t>Fifth level</a:t>
            </a:r>
          </a:p>
        </p:txBody>
      </p:sp>
      <p:sp>
        <p:nvSpPr>
          <p:cNvPr id="3078" name="Rectangle 6"/>
          <p:cNvSpPr>
            <a:spLocks noGrp="1" noChangeArrowheads="1"/>
          </p:cNvSpPr>
          <p:nvPr>
            <p:ph type="ftr" sz="quarter" idx="4"/>
          </p:nvPr>
        </p:nvSpPr>
        <p:spPr bwMode="auto">
          <a:xfrm>
            <a:off x="0" y="8775700"/>
            <a:ext cx="29098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smtClean="0"/>
            </a:lvl1pPr>
          </a:lstStyle>
          <a:p>
            <a:pPr>
              <a:defRPr/>
            </a:pPr>
            <a:endParaRPr lang="en-US" altLang="en-US"/>
          </a:p>
        </p:txBody>
      </p:sp>
      <p:sp>
        <p:nvSpPr>
          <p:cNvPr id="3079" name="Rectangle 7"/>
          <p:cNvSpPr>
            <a:spLocks noGrp="1" noChangeArrowheads="1"/>
          </p:cNvSpPr>
          <p:nvPr>
            <p:ph type="sldNum" sz="quarter" idx="5"/>
          </p:nvPr>
        </p:nvSpPr>
        <p:spPr bwMode="auto">
          <a:xfrm>
            <a:off x="3803650" y="8775700"/>
            <a:ext cx="29098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smtClean="0"/>
            </a:lvl1pPr>
          </a:lstStyle>
          <a:p>
            <a:pPr>
              <a:defRPr/>
            </a:pPr>
            <a:fld id="{CBF2D407-7488-4806-B042-2CE959A140D0}" type="slidenum">
              <a:rPr lang="en-US" altLang="en-US"/>
              <a:pPr>
                <a:defRPr/>
              </a:pPr>
              <a:t>‹#›</a:t>
            </a:fld>
            <a:endParaRPr lang="en-US" altLang="en-US"/>
          </a:p>
        </p:txBody>
      </p:sp>
    </p:spTree>
    <p:extLst>
      <p:ext uri="{BB962C8B-B14F-4D97-AF65-F5344CB8AC3E}">
        <p14:creationId xmlns:p14="http://schemas.microsoft.com/office/powerpoint/2010/main" val="160445174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13" kern="1200">
        <a:solidFill>
          <a:schemeClr val="tx1"/>
        </a:solidFill>
        <a:latin typeface="Arial" charset="0"/>
        <a:ea typeface="+mn-ea"/>
        <a:cs typeface="+mn-cs"/>
      </a:defRPr>
    </a:lvl1pPr>
    <a:lvl2pPr marL="385892" algn="l" rtl="0" eaLnBrk="0" fontAlgn="base" hangingPunct="0">
      <a:spcBef>
        <a:spcPct val="30000"/>
      </a:spcBef>
      <a:spcAft>
        <a:spcPct val="0"/>
      </a:spcAft>
      <a:defRPr sz="1013" kern="1200">
        <a:solidFill>
          <a:schemeClr val="tx1"/>
        </a:solidFill>
        <a:latin typeface="Arial" charset="0"/>
        <a:ea typeface="+mn-ea"/>
        <a:cs typeface="+mn-cs"/>
      </a:defRPr>
    </a:lvl2pPr>
    <a:lvl3pPr marL="771784" algn="l" rtl="0" eaLnBrk="0" fontAlgn="base" hangingPunct="0">
      <a:spcBef>
        <a:spcPct val="30000"/>
      </a:spcBef>
      <a:spcAft>
        <a:spcPct val="0"/>
      </a:spcAft>
      <a:defRPr sz="1013" kern="1200">
        <a:solidFill>
          <a:schemeClr val="tx1"/>
        </a:solidFill>
        <a:latin typeface="Arial" charset="0"/>
        <a:ea typeface="+mn-ea"/>
        <a:cs typeface="+mn-cs"/>
      </a:defRPr>
    </a:lvl3pPr>
    <a:lvl4pPr marL="1157676" algn="l" rtl="0" eaLnBrk="0" fontAlgn="base" hangingPunct="0">
      <a:spcBef>
        <a:spcPct val="30000"/>
      </a:spcBef>
      <a:spcAft>
        <a:spcPct val="0"/>
      </a:spcAft>
      <a:defRPr sz="1013" kern="1200">
        <a:solidFill>
          <a:schemeClr val="tx1"/>
        </a:solidFill>
        <a:latin typeface="Arial" charset="0"/>
        <a:ea typeface="+mn-ea"/>
        <a:cs typeface="+mn-cs"/>
      </a:defRPr>
    </a:lvl4pPr>
    <a:lvl5pPr marL="1543568" algn="l" rtl="0" eaLnBrk="0" fontAlgn="base" hangingPunct="0">
      <a:spcBef>
        <a:spcPct val="30000"/>
      </a:spcBef>
      <a:spcAft>
        <a:spcPct val="0"/>
      </a:spcAft>
      <a:defRPr sz="1013" kern="1200">
        <a:solidFill>
          <a:schemeClr val="tx1"/>
        </a:solidFill>
        <a:latin typeface="Arial" charset="0"/>
        <a:ea typeface="+mn-ea"/>
        <a:cs typeface="+mn-cs"/>
      </a:defRPr>
    </a:lvl5pPr>
    <a:lvl6pPr marL="1929461" algn="l" defTabSz="771784" rtl="0" eaLnBrk="1" latinLnBrk="0" hangingPunct="1">
      <a:defRPr sz="1013" kern="1200">
        <a:solidFill>
          <a:schemeClr val="tx1"/>
        </a:solidFill>
        <a:latin typeface="+mn-lt"/>
        <a:ea typeface="+mn-ea"/>
        <a:cs typeface="+mn-cs"/>
      </a:defRPr>
    </a:lvl6pPr>
    <a:lvl7pPr marL="2315352" algn="l" defTabSz="771784" rtl="0" eaLnBrk="1" latinLnBrk="0" hangingPunct="1">
      <a:defRPr sz="1013" kern="1200">
        <a:solidFill>
          <a:schemeClr val="tx1"/>
        </a:solidFill>
        <a:latin typeface="+mn-lt"/>
        <a:ea typeface="+mn-ea"/>
        <a:cs typeface="+mn-cs"/>
      </a:defRPr>
    </a:lvl7pPr>
    <a:lvl8pPr marL="2701244" algn="l" defTabSz="771784" rtl="0" eaLnBrk="1" latinLnBrk="0" hangingPunct="1">
      <a:defRPr sz="1013" kern="1200">
        <a:solidFill>
          <a:schemeClr val="tx1"/>
        </a:solidFill>
        <a:latin typeface="+mn-lt"/>
        <a:ea typeface="+mn-ea"/>
        <a:cs typeface="+mn-cs"/>
      </a:defRPr>
    </a:lvl8pPr>
    <a:lvl9pPr marL="3087135" algn="l" defTabSz="771784" rtl="0" eaLnBrk="1" latinLnBrk="0" hangingPunct="1">
      <a:defRPr sz="1013"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lvl1pPr eaLnBrk="0" hangingPunct="0">
              <a:defRPr sz="6900">
                <a:solidFill>
                  <a:schemeClr val="tx1"/>
                </a:solidFill>
                <a:latin typeface="Arial" charset="0"/>
              </a:defRPr>
            </a:lvl1pPr>
            <a:lvl2pPr marL="742950" indent="-285750" eaLnBrk="0" hangingPunct="0">
              <a:defRPr sz="6900">
                <a:solidFill>
                  <a:schemeClr val="tx1"/>
                </a:solidFill>
                <a:latin typeface="Arial" charset="0"/>
              </a:defRPr>
            </a:lvl2pPr>
            <a:lvl3pPr marL="1143000" indent="-228600" eaLnBrk="0" hangingPunct="0">
              <a:defRPr sz="6900">
                <a:solidFill>
                  <a:schemeClr val="tx1"/>
                </a:solidFill>
                <a:latin typeface="Arial" charset="0"/>
              </a:defRPr>
            </a:lvl3pPr>
            <a:lvl4pPr marL="1600200" indent="-228600" eaLnBrk="0" hangingPunct="0">
              <a:defRPr sz="6900">
                <a:solidFill>
                  <a:schemeClr val="tx1"/>
                </a:solidFill>
                <a:latin typeface="Arial" charset="0"/>
              </a:defRPr>
            </a:lvl4pPr>
            <a:lvl5pPr marL="2057400" indent="-228600" eaLnBrk="0" hangingPunct="0">
              <a:defRPr sz="6900">
                <a:solidFill>
                  <a:schemeClr val="tx1"/>
                </a:solidFill>
                <a:latin typeface="Arial" charset="0"/>
              </a:defRPr>
            </a:lvl5pPr>
            <a:lvl6pPr marL="2514600" indent="-228600" algn="ctr" eaLnBrk="0" fontAlgn="base" hangingPunct="0">
              <a:spcBef>
                <a:spcPct val="0"/>
              </a:spcBef>
              <a:spcAft>
                <a:spcPct val="0"/>
              </a:spcAft>
              <a:defRPr sz="6900">
                <a:solidFill>
                  <a:schemeClr val="tx1"/>
                </a:solidFill>
                <a:latin typeface="Arial" charset="0"/>
              </a:defRPr>
            </a:lvl6pPr>
            <a:lvl7pPr marL="2971800" indent="-228600" algn="ctr" eaLnBrk="0" fontAlgn="base" hangingPunct="0">
              <a:spcBef>
                <a:spcPct val="0"/>
              </a:spcBef>
              <a:spcAft>
                <a:spcPct val="0"/>
              </a:spcAft>
              <a:defRPr sz="6900">
                <a:solidFill>
                  <a:schemeClr val="tx1"/>
                </a:solidFill>
                <a:latin typeface="Arial" charset="0"/>
              </a:defRPr>
            </a:lvl7pPr>
            <a:lvl8pPr marL="3429000" indent="-228600" algn="ctr" eaLnBrk="0" fontAlgn="base" hangingPunct="0">
              <a:spcBef>
                <a:spcPct val="0"/>
              </a:spcBef>
              <a:spcAft>
                <a:spcPct val="0"/>
              </a:spcAft>
              <a:defRPr sz="6900">
                <a:solidFill>
                  <a:schemeClr val="tx1"/>
                </a:solidFill>
                <a:latin typeface="Arial" charset="0"/>
              </a:defRPr>
            </a:lvl8pPr>
            <a:lvl9pPr marL="3886200" indent="-228600" algn="ctr" eaLnBrk="0" fontAlgn="base" hangingPunct="0">
              <a:spcBef>
                <a:spcPct val="0"/>
              </a:spcBef>
              <a:spcAft>
                <a:spcPct val="0"/>
              </a:spcAft>
              <a:defRPr sz="6900">
                <a:solidFill>
                  <a:schemeClr val="tx1"/>
                </a:solidFill>
                <a:latin typeface="Arial" charset="0"/>
              </a:defRPr>
            </a:lvl9pPr>
          </a:lstStyle>
          <a:p>
            <a:pPr eaLnBrk="1" hangingPunct="1"/>
            <a:fld id="{8832FB4B-BF18-4E6F-9FD7-11EF81A610E2}" type="slidenum">
              <a:rPr lang="en-US" altLang="en-US" sz="1200"/>
              <a:pPr eaLnBrk="1" hangingPunct="1"/>
              <a:t>1</a:t>
            </a:fld>
            <a:endParaRPr lang="en-US" altLang="en-US" sz="1200"/>
          </a:p>
        </p:txBody>
      </p:sp>
      <p:sp>
        <p:nvSpPr>
          <p:cNvPr id="4099" name="Rectangle 2"/>
          <p:cNvSpPr>
            <a:spLocks noGrp="1" noRot="1" noChangeAspect="1" noChangeArrowheads="1" noTextEdit="1"/>
          </p:cNvSpPr>
          <p:nvPr>
            <p:ph type="sldImg"/>
          </p:nvPr>
        </p:nvSpPr>
        <p:spPr>
          <a:xfrm>
            <a:off x="2133600" y="692150"/>
            <a:ext cx="2449513" cy="3465513"/>
          </a:xfrm>
          <a:ln/>
        </p:spPr>
      </p:sp>
      <p:sp>
        <p:nvSpPr>
          <p:cNvPr id="4100"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3769917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5231" y="9403050"/>
            <a:ext cx="18185865" cy="6486703"/>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3209113" y="17151056"/>
            <a:ext cx="14978101" cy="7735993"/>
          </a:xfrm>
          <a:prstGeom prst="rect">
            <a:avLst/>
          </a:prstGeom>
        </p:spPr>
        <p:txBody>
          <a:bodyPr/>
          <a:lstStyle>
            <a:lvl1pPr marL="0" indent="0" algn="ctr">
              <a:buNone/>
              <a:defRPr/>
            </a:lvl1pPr>
            <a:lvl2pPr marL="384414" indent="0" algn="ctr">
              <a:buNone/>
              <a:defRPr/>
            </a:lvl2pPr>
            <a:lvl3pPr marL="768828" indent="0" algn="ctr">
              <a:buNone/>
              <a:defRPr/>
            </a:lvl3pPr>
            <a:lvl4pPr marL="1153241" indent="0" algn="ctr">
              <a:buNone/>
              <a:defRPr/>
            </a:lvl4pPr>
            <a:lvl5pPr marL="1537655" indent="0" algn="ctr">
              <a:buNone/>
              <a:defRPr/>
            </a:lvl5pPr>
            <a:lvl6pPr marL="1922069" indent="0" algn="ctr">
              <a:buNone/>
              <a:defRPr/>
            </a:lvl6pPr>
            <a:lvl7pPr marL="2306483" indent="0" algn="ctr">
              <a:buNone/>
              <a:defRPr/>
            </a:lvl7pPr>
            <a:lvl8pPr marL="2690896" indent="0" algn="ctr">
              <a:buNone/>
              <a:defRPr/>
            </a:lvl8pPr>
            <a:lvl9pPr marL="307531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819170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70154" y="1211920"/>
            <a:ext cx="19256019" cy="5045213"/>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1070154" y="7061965"/>
            <a:ext cx="19256019" cy="19975307"/>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230057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90143" y="19449431"/>
            <a:ext cx="18187213" cy="6011545"/>
          </a:xfrm>
          <a:prstGeom prst="rect">
            <a:avLst/>
          </a:prstGeom>
        </p:spPr>
        <p:txBody>
          <a:bodyPr anchor="t"/>
          <a:lstStyle>
            <a:lvl1pPr algn="l">
              <a:defRPr sz="3363" b="1" cap="all"/>
            </a:lvl1pPr>
          </a:lstStyle>
          <a:p>
            <a:r>
              <a:rPr lang="en-US" smtClean="0"/>
              <a:t>Click to edit Master title style</a:t>
            </a:r>
            <a:endParaRPr lang="en-US"/>
          </a:p>
        </p:txBody>
      </p:sp>
      <p:sp>
        <p:nvSpPr>
          <p:cNvPr id="3" name="Text Placeholder 2"/>
          <p:cNvSpPr>
            <a:spLocks noGrp="1"/>
          </p:cNvSpPr>
          <p:nvPr>
            <p:ph type="body" idx="1"/>
          </p:nvPr>
        </p:nvSpPr>
        <p:spPr>
          <a:xfrm>
            <a:off x="1690143" y="12827922"/>
            <a:ext cx="18187213" cy="6621508"/>
          </a:xfrm>
          <a:prstGeom prst="rect">
            <a:avLst/>
          </a:prstGeom>
        </p:spPr>
        <p:txBody>
          <a:bodyPr anchor="b"/>
          <a:lstStyle>
            <a:lvl1pPr marL="0" indent="0">
              <a:buNone/>
              <a:defRPr sz="1682"/>
            </a:lvl1pPr>
            <a:lvl2pPr marL="384414" indent="0">
              <a:buNone/>
              <a:defRPr sz="1513"/>
            </a:lvl2pPr>
            <a:lvl3pPr marL="768828" indent="0">
              <a:buNone/>
              <a:defRPr sz="1345"/>
            </a:lvl3pPr>
            <a:lvl4pPr marL="1153241" indent="0">
              <a:buNone/>
              <a:defRPr sz="1177"/>
            </a:lvl4pPr>
            <a:lvl5pPr marL="1537655" indent="0">
              <a:buNone/>
              <a:defRPr sz="1177"/>
            </a:lvl5pPr>
            <a:lvl6pPr marL="1922069" indent="0">
              <a:buNone/>
              <a:defRPr sz="1177"/>
            </a:lvl6pPr>
            <a:lvl7pPr marL="2306483" indent="0">
              <a:buNone/>
              <a:defRPr sz="1177"/>
            </a:lvl7pPr>
            <a:lvl8pPr marL="2690896" indent="0">
              <a:buNone/>
              <a:defRPr sz="1177"/>
            </a:lvl8pPr>
            <a:lvl9pPr marL="3075310" indent="0">
              <a:buNone/>
              <a:defRPr sz="1177"/>
            </a:lvl9pPr>
          </a:lstStyle>
          <a:p>
            <a:pPr lvl="0"/>
            <a:r>
              <a:rPr lang="en-US" smtClean="0"/>
              <a:t>Click to edit Master text styles</a:t>
            </a:r>
          </a:p>
        </p:txBody>
      </p:sp>
    </p:spTree>
    <p:extLst>
      <p:ext uri="{BB962C8B-B14F-4D97-AF65-F5344CB8AC3E}">
        <p14:creationId xmlns:p14="http://schemas.microsoft.com/office/powerpoint/2010/main" val="5043153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70154" y="1211920"/>
            <a:ext cx="19256019" cy="5045213"/>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1070155" y="7061965"/>
            <a:ext cx="9562641" cy="19975307"/>
          </a:xfrm>
          <a:prstGeom prst="rect">
            <a:avLst/>
          </a:prstGeom>
        </p:spPr>
        <p:txBody>
          <a:bodyPr/>
          <a:lstStyle>
            <a:lvl1pPr>
              <a:defRPr sz="2354"/>
            </a:lvl1pPr>
            <a:lvl2pPr>
              <a:defRPr sz="2018"/>
            </a:lvl2pPr>
            <a:lvl3pPr>
              <a:defRPr sz="1682"/>
            </a:lvl3pPr>
            <a:lvl4pPr>
              <a:defRPr sz="1513"/>
            </a:lvl4pPr>
            <a:lvl5pPr>
              <a:defRPr sz="1513"/>
            </a:lvl5pPr>
            <a:lvl6pPr>
              <a:defRPr sz="1513"/>
            </a:lvl6pPr>
            <a:lvl7pPr>
              <a:defRPr sz="1513"/>
            </a:lvl7pPr>
            <a:lvl8pPr>
              <a:defRPr sz="1513"/>
            </a:lvl8pPr>
            <a:lvl9pPr>
              <a:defRPr sz="1513"/>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10762184" y="7061965"/>
            <a:ext cx="9563989" cy="19975307"/>
          </a:xfrm>
          <a:prstGeom prst="rect">
            <a:avLst/>
          </a:prstGeom>
        </p:spPr>
        <p:txBody>
          <a:bodyPr/>
          <a:lstStyle>
            <a:lvl1pPr>
              <a:defRPr sz="2354"/>
            </a:lvl1pPr>
            <a:lvl2pPr>
              <a:defRPr sz="2018"/>
            </a:lvl2pPr>
            <a:lvl3pPr>
              <a:defRPr sz="1682"/>
            </a:lvl3pPr>
            <a:lvl4pPr>
              <a:defRPr sz="1513"/>
            </a:lvl4pPr>
            <a:lvl5pPr>
              <a:defRPr sz="1513"/>
            </a:lvl5pPr>
            <a:lvl6pPr>
              <a:defRPr sz="1513"/>
            </a:lvl6pPr>
            <a:lvl7pPr>
              <a:defRPr sz="1513"/>
            </a:lvl7pPr>
            <a:lvl8pPr>
              <a:defRPr sz="1513"/>
            </a:lvl8pPr>
            <a:lvl9pPr>
              <a:defRPr sz="1513"/>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990021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70154" y="1211920"/>
            <a:ext cx="19256019" cy="5045213"/>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070155" y="6775000"/>
            <a:ext cx="9453469" cy="2824252"/>
          </a:xfrm>
          <a:prstGeom prst="rect">
            <a:avLst/>
          </a:prstGeom>
        </p:spPr>
        <p:txBody>
          <a:bodyPr anchor="b"/>
          <a:lstStyle>
            <a:lvl1pPr marL="0" indent="0">
              <a:buNone/>
              <a:defRPr sz="2018" b="1"/>
            </a:lvl1pPr>
            <a:lvl2pPr marL="384414" indent="0">
              <a:buNone/>
              <a:defRPr sz="1682" b="1"/>
            </a:lvl2pPr>
            <a:lvl3pPr marL="768828" indent="0">
              <a:buNone/>
              <a:defRPr sz="1513" b="1"/>
            </a:lvl3pPr>
            <a:lvl4pPr marL="1153241" indent="0">
              <a:buNone/>
              <a:defRPr sz="1345" b="1"/>
            </a:lvl4pPr>
            <a:lvl5pPr marL="1537655" indent="0">
              <a:buNone/>
              <a:defRPr sz="1345" b="1"/>
            </a:lvl5pPr>
            <a:lvl6pPr marL="1922069" indent="0">
              <a:buNone/>
              <a:defRPr sz="1345" b="1"/>
            </a:lvl6pPr>
            <a:lvl7pPr marL="2306483" indent="0">
              <a:buNone/>
              <a:defRPr sz="1345" b="1"/>
            </a:lvl7pPr>
            <a:lvl8pPr marL="2690896" indent="0">
              <a:buNone/>
              <a:defRPr sz="1345" b="1"/>
            </a:lvl8pPr>
            <a:lvl9pPr marL="3075310" indent="0">
              <a:buNone/>
              <a:defRPr sz="1345" b="1"/>
            </a:lvl9pPr>
          </a:lstStyle>
          <a:p>
            <a:pPr lvl="0"/>
            <a:r>
              <a:rPr lang="en-US" smtClean="0"/>
              <a:t>Click to edit Master text styles</a:t>
            </a:r>
          </a:p>
        </p:txBody>
      </p:sp>
      <p:sp>
        <p:nvSpPr>
          <p:cNvPr id="4" name="Content Placeholder 3"/>
          <p:cNvSpPr>
            <a:spLocks noGrp="1"/>
          </p:cNvSpPr>
          <p:nvPr>
            <p:ph sz="half" idx="2"/>
          </p:nvPr>
        </p:nvSpPr>
        <p:spPr>
          <a:xfrm>
            <a:off x="1070155" y="9599253"/>
            <a:ext cx="9453469" cy="17438019"/>
          </a:xfrm>
          <a:prstGeom prst="rect">
            <a:avLst/>
          </a:prstGeom>
        </p:spPr>
        <p:txBody>
          <a:bodyPr/>
          <a:lstStyle>
            <a:lvl1pPr>
              <a:defRPr sz="2018"/>
            </a:lvl1pPr>
            <a:lvl2pPr>
              <a:defRPr sz="1682"/>
            </a:lvl2pPr>
            <a:lvl3pPr>
              <a:defRPr sz="1513"/>
            </a:lvl3pPr>
            <a:lvl4pPr>
              <a:defRPr sz="1345"/>
            </a:lvl4pPr>
            <a:lvl5pPr>
              <a:defRPr sz="1345"/>
            </a:lvl5pPr>
            <a:lvl6pPr>
              <a:defRPr sz="1345"/>
            </a:lvl6pPr>
            <a:lvl7pPr>
              <a:defRPr sz="1345"/>
            </a:lvl7pPr>
            <a:lvl8pPr>
              <a:defRPr sz="1345"/>
            </a:lvl8pPr>
            <a:lvl9pPr>
              <a:defRPr sz="1345"/>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10868660" y="6775000"/>
            <a:ext cx="9457513" cy="2824252"/>
          </a:xfrm>
          <a:prstGeom prst="rect">
            <a:avLst/>
          </a:prstGeom>
        </p:spPr>
        <p:txBody>
          <a:bodyPr anchor="b"/>
          <a:lstStyle>
            <a:lvl1pPr marL="0" indent="0">
              <a:buNone/>
              <a:defRPr sz="2018" b="1"/>
            </a:lvl1pPr>
            <a:lvl2pPr marL="384414" indent="0">
              <a:buNone/>
              <a:defRPr sz="1682" b="1"/>
            </a:lvl2pPr>
            <a:lvl3pPr marL="768828" indent="0">
              <a:buNone/>
              <a:defRPr sz="1513" b="1"/>
            </a:lvl3pPr>
            <a:lvl4pPr marL="1153241" indent="0">
              <a:buNone/>
              <a:defRPr sz="1345" b="1"/>
            </a:lvl4pPr>
            <a:lvl5pPr marL="1537655" indent="0">
              <a:buNone/>
              <a:defRPr sz="1345" b="1"/>
            </a:lvl5pPr>
            <a:lvl6pPr marL="1922069" indent="0">
              <a:buNone/>
              <a:defRPr sz="1345" b="1"/>
            </a:lvl6pPr>
            <a:lvl7pPr marL="2306483" indent="0">
              <a:buNone/>
              <a:defRPr sz="1345" b="1"/>
            </a:lvl7pPr>
            <a:lvl8pPr marL="2690896" indent="0">
              <a:buNone/>
              <a:defRPr sz="1345" b="1"/>
            </a:lvl8pPr>
            <a:lvl9pPr marL="3075310" indent="0">
              <a:buNone/>
              <a:defRPr sz="1345" b="1"/>
            </a:lvl9pPr>
          </a:lstStyle>
          <a:p>
            <a:pPr lvl="0"/>
            <a:r>
              <a:rPr lang="en-US" smtClean="0"/>
              <a:t>Click to edit Master text styles</a:t>
            </a:r>
          </a:p>
        </p:txBody>
      </p:sp>
      <p:sp>
        <p:nvSpPr>
          <p:cNvPr id="6" name="Content Placeholder 5"/>
          <p:cNvSpPr>
            <a:spLocks noGrp="1"/>
          </p:cNvSpPr>
          <p:nvPr>
            <p:ph sz="quarter" idx="4"/>
          </p:nvPr>
        </p:nvSpPr>
        <p:spPr>
          <a:xfrm>
            <a:off x="10868660" y="9599253"/>
            <a:ext cx="9457513" cy="17438019"/>
          </a:xfrm>
          <a:prstGeom prst="rect">
            <a:avLst/>
          </a:prstGeom>
        </p:spPr>
        <p:txBody>
          <a:bodyPr/>
          <a:lstStyle>
            <a:lvl1pPr>
              <a:defRPr sz="2018"/>
            </a:lvl1pPr>
            <a:lvl2pPr>
              <a:defRPr sz="1682"/>
            </a:lvl2pPr>
            <a:lvl3pPr>
              <a:defRPr sz="1513"/>
            </a:lvl3pPr>
            <a:lvl4pPr>
              <a:defRPr sz="1345"/>
            </a:lvl4pPr>
            <a:lvl5pPr>
              <a:defRPr sz="1345"/>
            </a:lvl5pPr>
            <a:lvl6pPr>
              <a:defRPr sz="1345"/>
            </a:lvl6pPr>
            <a:lvl7pPr>
              <a:defRPr sz="1345"/>
            </a:lvl7pPr>
            <a:lvl8pPr>
              <a:defRPr sz="1345"/>
            </a:lvl8pPr>
            <a:lvl9pPr>
              <a:defRPr sz="1345"/>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143921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070154" y="1211920"/>
            <a:ext cx="19256019" cy="5045213"/>
          </a:xfrm>
          <a:prstGeom prst="rect">
            <a:avLst/>
          </a:prstGeom>
        </p:spPr>
        <p:txBody>
          <a:bodyPr/>
          <a:lstStyle/>
          <a:p>
            <a:r>
              <a:rPr lang="en-US" smtClean="0"/>
              <a:t>Click to edit Master title style</a:t>
            </a:r>
            <a:endParaRPr lang="en-US"/>
          </a:p>
        </p:txBody>
      </p:sp>
    </p:spTree>
    <p:extLst>
      <p:ext uri="{BB962C8B-B14F-4D97-AF65-F5344CB8AC3E}">
        <p14:creationId xmlns:p14="http://schemas.microsoft.com/office/powerpoint/2010/main" val="2993440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9195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70153" y="1205247"/>
            <a:ext cx="7039560" cy="5127965"/>
          </a:xfrm>
          <a:prstGeom prst="rect">
            <a:avLst/>
          </a:prstGeom>
        </p:spPr>
        <p:txBody>
          <a:bodyPr anchor="b"/>
          <a:lstStyle>
            <a:lvl1pPr algn="l">
              <a:defRPr sz="1682" b="1"/>
            </a:lvl1pPr>
          </a:lstStyle>
          <a:p>
            <a:r>
              <a:rPr lang="en-US" smtClean="0"/>
              <a:t>Click to edit Master title style</a:t>
            </a:r>
            <a:endParaRPr lang="en-US"/>
          </a:p>
        </p:txBody>
      </p:sp>
      <p:sp>
        <p:nvSpPr>
          <p:cNvPr id="3" name="Content Placeholder 2"/>
          <p:cNvSpPr>
            <a:spLocks noGrp="1"/>
          </p:cNvSpPr>
          <p:nvPr>
            <p:ph idx="1"/>
          </p:nvPr>
        </p:nvSpPr>
        <p:spPr>
          <a:xfrm>
            <a:off x="8365796" y="1205247"/>
            <a:ext cx="11960377" cy="25832025"/>
          </a:xfrm>
          <a:prstGeom prst="rect">
            <a:avLst/>
          </a:prstGeom>
        </p:spPr>
        <p:txBody>
          <a:bodyPr/>
          <a:lstStyle>
            <a:lvl1pPr>
              <a:defRPr sz="2691"/>
            </a:lvl1pPr>
            <a:lvl2pPr>
              <a:defRPr sz="2354"/>
            </a:lvl2pPr>
            <a:lvl3pPr>
              <a:defRPr sz="2018"/>
            </a:lvl3pPr>
            <a:lvl4pPr>
              <a:defRPr sz="1682"/>
            </a:lvl4pPr>
            <a:lvl5pPr>
              <a:defRPr sz="1682"/>
            </a:lvl5pPr>
            <a:lvl6pPr>
              <a:defRPr sz="1682"/>
            </a:lvl6pPr>
            <a:lvl7pPr>
              <a:defRPr sz="1682"/>
            </a:lvl7pPr>
            <a:lvl8pPr>
              <a:defRPr sz="1682"/>
            </a:lvl8pPr>
            <a:lvl9pPr>
              <a:defRPr sz="1682"/>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1070153" y="6333211"/>
            <a:ext cx="7039560" cy="20704060"/>
          </a:xfrm>
          <a:prstGeom prst="rect">
            <a:avLst/>
          </a:prstGeom>
        </p:spPr>
        <p:txBody>
          <a:bodyPr/>
          <a:lstStyle>
            <a:lvl1pPr marL="0" indent="0">
              <a:buNone/>
              <a:defRPr sz="1177"/>
            </a:lvl1pPr>
            <a:lvl2pPr marL="384414" indent="0">
              <a:buNone/>
              <a:defRPr sz="1009"/>
            </a:lvl2pPr>
            <a:lvl3pPr marL="768828" indent="0">
              <a:buNone/>
              <a:defRPr sz="841"/>
            </a:lvl3pPr>
            <a:lvl4pPr marL="1153241" indent="0">
              <a:buNone/>
              <a:defRPr sz="757"/>
            </a:lvl4pPr>
            <a:lvl5pPr marL="1537655" indent="0">
              <a:buNone/>
              <a:defRPr sz="757"/>
            </a:lvl5pPr>
            <a:lvl6pPr marL="1922069" indent="0">
              <a:buNone/>
              <a:defRPr sz="757"/>
            </a:lvl6pPr>
            <a:lvl7pPr marL="2306483" indent="0">
              <a:buNone/>
              <a:defRPr sz="757"/>
            </a:lvl7pPr>
            <a:lvl8pPr marL="2690896" indent="0">
              <a:buNone/>
              <a:defRPr sz="757"/>
            </a:lvl8pPr>
            <a:lvl9pPr marL="3075310" indent="0">
              <a:buNone/>
              <a:defRPr sz="757"/>
            </a:lvl9pPr>
          </a:lstStyle>
          <a:p>
            <a:pPr lvl="0"/>
            <a:r>
              <a:rPr lang="en-US" smtClean="0"/>
              <a:t>Click to edit Master text styles</a:t>
            </a:r>
          </a:p>
        </p:txBody>
      </p:sp>
    </p:spTree>
    <p:extLst>
      <p:ext uri="{BB962C8B-B14F-4D97-AF65-F5344CB8AC3E}">
        <p14:creationId xmlns:p14="http://schemas.microsoft.com/office/powerpoint/2010/main" val="22271385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194354" y="21187227"/>
            <a:ext cx="12837795" cy="2501251"/>
          </a:xfrm>
          <a:prstGeom prst="rect">
            <a:avLst/>
          </a:prstGeom>
        </p:spPr>
        <p:txBody>
          <a:bodyPr anchor="b"/>
          <a:lstStyle>
            <a:lvl1pPr algn="l">
              <a:defRPr sz="1682" b="1"/>
            </a:lvl1pPr>
          </a:lstStyle>
          <a:p>
            <a:r>
              <a:rPr lang="en-US" smtClean="0"/>
              <a:t>Click to edit Master title style</a:t>
            </a:r>
            <a:endParaRPr lang="en-US"/>
          </a:p>
        </p:txBody>
      </p:sp>
      <p:sp>
        <p:nvSpPr>
          <p:cNvPr id="3" name="Picture Placeholder 2"/>
          <p:cNvSpPr>
            <a:spLocks noGrp="1"/>
          </p:cNvSpPr>
          <p:nvPr>
            <p:ph type="pic" idx="1"/>
          </p:nvPr>
        </p:nvSpPr>
        <p:spPr>
          <a:xfrm>
            <a:off x="4194354" y="2704129"/>
            <a:ext cx="12837795" cy="18160098"/>
          </a:xfrm>
          <a:prstGeom prst="rect">
            <a:avLst/>
          </a:prstGeom>
        </p:spPr>
        <p:txBody>
          <a:bodyPr/>
          <a:lstStyle>
            <a:lvl1pPr marL="0" indent="0">
              <a:buNone/>
              <a:defRPr sz="2691"/>
            </a:lvl1pPr>
            <a:lvl2pPr marL="384414" indent="0">
              <a:buNone/>
              <a:defRPr sz="2354"/>
            </a:lvl2pPr>
            <a:lvl3pPr marL="768828" indent="0">
              <a:buNone/>
              <a:defRPr sz="2018"/>
            </a:lvl3pPr>
            <a:lvl4pPr marL="1153241" indent="0">
              <a:buNone/>
              <a:defRPr sz="1682"/>
            </a:lvl4pPr>
            <a:lvl5pPr marL="1537655" indent="0">
              <a:buNone/>
              <a:defRPr sz="1682"/>
            </a:lvl5pPr>
            <a:lvl6pPr marL="1922069" indent="0">
              <a:buNone/>
              <a:defRPr sz="1682"/>
            </a:lvl6pPr>
            <a:lvl7pPr marL="2306483" indent="0">
              <a:buNone/>
              <a:defRPr sz="1682"/>
            </a:lvl7pPr>
            <a:lvl8pPr marL="2690896" indent="0">
              <a:buNone/>
              <a:defRPr sz="1682"/>
            </a:lvl8pPr>
            <a:lvl9pPr marL="3075310" indent="0">
              <a:buNone/>
              <a:defRPr sz="1682"/>
            </a:lvl9pPr>
          </a:lstStyle>
          <a:p>
            <a:pPr lvl="0"/>
            <a:endParaRPr lang="en-US" noProof="0" smtClean="0"/>
          </a:p>
        </p:txBody>
      </p:sp>
      <p:sp>
        <p:nvSpPr>
          <p:cNvPr id="4" name="Text Placeholder 3"/>
          <p:cNvSpPr>
            <a:spLocks noGrp="1"/>
          </p:cNvSpPr>
          <p:nvPr>
            <p:ph type="body" sz="half" idx="2"/>
          </p:nvPr>
        </p:nvSpPr>
        <p:spPr>
          <a:xfrm>
            <a:off x="4194354" y="23688477"/>
            <a:ext cx="12837795" cy="3551670"/>
          </a:xfrm>
          <a:prstGeom prst="rect">
            <a:avLst/>
          </a:prstGeom>
        </p:spPr>
        <p:txBody>
          <a:bodyPr/>
          <a:lstStyle>
            <a:lvl1pPr marL="0" indent="0">
              <a:buNone/>
              <a:defRPr sz="1177"/>
            </a:lvl1pPr>
            <a:lvl2pPr marL="384414" indent="0">
              <a:buNone/>
              <a:defRPr sz="1009"/>
            </a:lvl2pPr>
            <a:lvl3pPr marL="768828" indent="0">
              <a:buNone/>
              <a:defRPr sz="841"/>
            </a:lvl3pPr>
            <a:lvl4pPr marL="1153241" indent="0">
              <a:buNone/>
              <a:defRPr sz="757"/>
            </a:lvl4pPr>
            <a:lvl5pPr marL="1537655" indent="0">
              <a:buNone/>
              <a:defRPr sz="757"/>
            </a:lvl5pPr>
            <a:lvl6pPr marL="1922069" indent="0">
              <a:buNone/>
              <a:defRPr sz="757"/>
            </a:lvl6pPr>
            <a:lvl7pPr marL="2306483" indent="0">
              <a:buNone/>
              <a:defRPr sz="757"/>
            </a:lvl7pPr>
            <a:lvl8pPr marL="2690896" indent="0">
              <a:buNone/>
              <a:defRPr sz="757"/>
            </a:lvl8pPr>
            <a:lvl9pPr marL="3075310" indent="0">
              <a:buNone/>
              <a:defRPr sz="757"/>
            </a:lvl9pPr>
          </a:lstStyle>
          <a:p>
            <a:pPr lvl="0"/>
            <a:r>
              <a:rPr lang="en-US" smtClean="0"/>
              <a:t>Click to edit Master text styles</a:t>
            </a:r>
          </a:p>
        </p:txBody>
      </p:sp>
    </p:spTree>
    <p:extLst>
      <p:ext uri="{BB962C8B-B14F-4D97-AF65-F5344CB8AC3E}">
        <p14:creationId xmlns:p14="http://schemas.microsoft.com/office/powerpoint/2010/main" val="2702676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070154" y="1211920"/>
            <a:ext cx="19256019" cy="5045213"/>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1070154" y="7061965"/>
            <a:ext cx="19256019" cy="19975307"/>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605548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513178" y="1211919"/>
            <a:ext cx="4812994" cy="25825352"/>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070153" y="1211919"/>
            <a:ext cx="14313636" cy="25825352"/>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98623177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vmlDrawing" Target="../drawings/vmlDrawing1.vml"/><Relationship Id="rId14" Type="http://schemas.openxmlformats.org/officeDocument/2006/relationships/hyperlink" Target="http://www.megaprint.com/" TargetMode="External"/><Relationship Id="rId15" Type="http://schemas.openxmlformats.org/officeDocument/2006/relationships/oleObject" Target="../embeddings/oleObject1.bin"/><Relationship Id="rId16"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aphicFrame>
        <p:nvGraphicFramePr>
          <p:cNvPr id="1026" name="Object 15">
            <a:hlinkClick r:id="rId14"/>
          </p:cNvPr>
          <p:cNvGraphicFramePr>
            <a:graphicFrameLocks noChangeAspect="1"/>
          </p:cNvGraphicFramePr>
          <p:nvPr userDrawn="1"/>
        </p:nvGraphicFramePr>
        <p:xfrm>
          <a:off x="16183036" y="29808134"/>
          <a:ext cx="2707730" cy="138810"/>
        </p:xfrm>
        <a:graphic>
          <a:graphicData uri="http://schemas.openxmlformats.org/presentationml/2006/ole">
            <mc:AlternateContent xmlns:mc="http://schemas.openxmlformats.org/markup-compatibility/2006">
              <mc:Choice xmlns:v="urn:schemas-microsoft-com:vml" Requires="v">
                <p:oleObj spid="_x0000_s1074" name="CorelDRAW" r:id="rId15" imgW="8833104" imgH="310896" progId="CorelDraw.Graphic.15">
                  <p:embed/>
                </p:oleObj>
              </mc:Choice>
              <mc:Fallback>
                <p:oleObj name="CorelDRAW" r:id="rId15" imgW="8833104" imgH="310896" progId="CorelDraw.Graphic.15">
                  <p:embed/>
                  <p:pic>
                    <p:nvPicPr>
                      <p:cNvPr id="0" name="Object 15"/>
                      <p:cNvPicPr>
                        <a:picLocks noChangeAspect="1" noChangeArrowheads="1"/>
                      </p:cNvPicPr>
                      <p:nvPr/>
                    </p:nvPicPr>
                    <p:blipFill>
                      <a:blip r:embed="rId16">
                        <a:extLst>
                          <a:ext uri="{28A0092B-C50C-407E-A947-70E740481C1C}">
                            <a14:useLocalDpi xmlns:a14="http://schemas.microsoft.com/office/drawing/2010/main" val="0"/>
                          </a:ext>
                        </a:extLst>
                      </a:blip>
                      <a:srcRect r="38562"/>
                      <a:stretch>
                        <a:fillRect/>
                      </a:stretch>
                    </p:blipFill>
                    <p:spPr bwMode="auto">
                      <a:xfrm>
                        <a:off x="16183036" y="29808134"/>
                        <a:ext cx="2707730" cy="1388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40" name="Text Box 16"/>
          <p:cNvSpPr txBox="1">
            <a:spLocks noChangeArrowheads="1"/>
          </p:cNvSpPr>
          <p:nvPr userDrawn="1"/>
        </p:nvSpPr>
        <p:spPr bwMode="auto">
          <a:xfrm>
            <a:off x="18859648" y="29753410"/>
            <a:ext cx="1574470" cy="2476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defTabSz="3497263">
              <a:defRPr>
                <a:solidFill>
                  <a:schemeClr val="tx1"/>
                </a:solidFill>
                <a:latin typeface="Arial" charset="0"/>
              </a:defRPr>
            </a:lvl1pPr>
            <a:lvl2pPr algn="l" defTabSz="3497263">
              <a:defRPr>
                <a:solidFill>
                  <a:schemeClr val="tx1"/>
                </a:solidFill>
                <a:latin typeface="Arial" charset="0"/>
              </a:defRPr>
            </a:lvl2pPr>
            <a:lvl3pPr algn="l" defTabSz="3497263">
              <a:defRPr>
                <a:solidFill>
                  <a:schemeClr val="tx1"/>
                </a:solidFill>
                <a:latin typeface="Arial" charset="0"/>
              </a:defRPr>
            </a:lvl3pPr>
            <a:lvl4pPr algn="l" defTabSz="3497263">
              <a:defRPr>
                <a:solidFill>
                  <a:schemeClr val="tx1"/>
                </a:solidFill>
                <a:latin typeface="Arial" charset="0"/>
              </a:defRPr>
            </a:lvl4pPr>
            <a:lvl5pPr algn="l" defTabSz="3497263">
              <a:defRPr>
                <a:solidFill>
                  <a:schemeClr val="tx1"/>
                </a:solidFill>
                <a:latin typeface="Arial" charset="0"/>
              </a:defRPr>
            </a:lvl5pPr>
            <a:lvl6pPr defTabSz="3497263" fontAlgn="base">
              <a:spcBef>
                <a:spcPct val="0"/>
              </a:spcBef>
              <a:spcAft>
                <a:spcPct val="0"/>
              </a:spcAft>
              <a:defRPr>
                <a:solidFill>
                  <a:schemeClr val="tx1"/>
                </a:solidFill>
                <a:latin typeface="Arial" charset="0"/>
              </a:defRPr>
            </a:lvl6pPr>
            <a:lvl7pPr defTabSz="3497263" fontAlgn="base">
              <a:spcBef>
                <a:spcPct val="0"/>
              </a:spcBef>
              <a:spcAft>
                <a:spcPct val="0"/>
              </a:spcAft>
              <a:defRPr>
                <a:solidFill>
                  <a:schemeClr val="tx1"/>
                </a:solidFill>
                <a:latin typeface="Arial" charset="0"/>
              </a:defRPr>
            </a:lvl7pPr>
            <a:lvl8pPr defTabSz="3497263" fontAlgn="base">
              <a:spcBef>
                <a:spcPct val="0"/>
              </a:spcBef>
              <a:spcAft>
                <a:spcPct val="0"/>
              </a:spcAft>
              <a:defRPr>
                <a:solidFill>
                  <a:schemeClr val="tx1"/>
                </a:solidFill>
                <a:latin typeface="Arial" charset="0"/>
              </a:defRPr>
            </a:lvl8pPr>
            <a:lvl9pPr defTabSz="3497263" fontAlgn="base">
              <a:spcBef>
                <a:spcPct val="0"/>
              </a:spcBef>
              <a:spcAft>
                <a:spcPct val="0"/>
              </a:spcAft>
              <a:defRPr>
                <a:solidFill>
                  <a:schemeClr val="tx1"/>
                </a:solidFill>
                <a:latin typeface="Arial" charset="0"/>
              </a:defRPr>
            </a:lvl9pPr>
          </a:lstStyle>
          <a:p>
            <a:pPr algn="ctr">
              <a:defRPr/>
            </a:pPr>
            <a:r>
              <a:rPr lang="en-US" altLang="en-US" sz="1009" smtClean="0">
                <a:solidFill>
                  <a:schemeClr val="bg1"/>
                </a:solidFill>
              </a:rPr>
              <a:t>www.postersession.com</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2940499" rtl="0" eaLnBrk="0" fontAlgn="base" hangingPunct="0">
        <a:spcBef>
          <a:spcPct val="0"/>
        </a:spcBef>
        <a:spcAft>
          <a:spcPct val="0"/>
        </a:spcAft>
        <a:defRPr sz="14125">
          <a:solidFill>
            <a:schemeClr val="tx2"/>
          </a:solidFill>
          <a:latin typeface="+mj-lt"/>
          <a:ea typeface="+mj-ea"/>
          <a:cs typeface="+mj-cs"/>
        </a:defRPr>
      </a:lvl1pPr>
      <a:lvl2pPr algn="ctr" defTabSz="2940499" rtl="0" eaLnBrk="0" fontAlgn="base" hangingPunct="0">
        <a:spcBef>
          <a:spcPct val="0"/>
        </a:spcBef>
        <a:spcAft>
          <a:spcPct val="0"/>
        </a:spcAft>
        <a:defRPr sz="14125">
          <a:solidFill>
            <a:schemeClr val="tx2"/>
          </a:solidFill>
          <a:latin typeface="Arial" charset="0"/>
        </a:defRPr>
      </a:lvl2pPr>
      <a:lvl3pPr algn="ctr" defTabSz="2940499" rtl="0" eaLnBrk="0" fontAlgn="base" hangingPunct="0">
        <a:spcBef>
          <a:spcPct val="0"/>
        </a:spcBef>
        <a:spcAft>
          <a:spcPct val="0"/>
        </a:spcAft>
        <a:defRPr sz="14125">
          <a:solidFill>
            <a:schemeClr val="tx2"/>
          </a:solidFill>
          <a:latin typeface="Arial" charset="0"/>
        </a:defRPr>
      </a:lvl3pPr>
      <a:lvl4pPr algn="ctr" defTabSz="2940499" rtl="0" eaLnBrk="0" fontAlgn="base" hangingPunct="0">
        <a:spcBef>
          <a:spcPct val="0"/>
        </a:spcBef>
        <a:spcAft>
          <a:spcPct val="0"/>
        </a:spcAft>
        <a:defRPr sz="14125">
          <a:solidFill>
            <a:schemeClr val="tx2"/>
          </a:solidFill>
          <a:latin typeface="Arial" charset="0"/>
        </a:defRPr>
      </a:lvl4pPr>
      <a:lvl5pPr algn="ctr" defTabSz="2940499" rtl="0" eaLnBrk="0" fontAlgn="base" hangingPunct="0">
        <a:spcBef>
          <a:spcPct val="0"/>
        </a:spcBef>
        <a:spcAft>
          <a:spcPct val="0"/>
        </a:spcAft>
        <a:defRPr sz="14125">
          <a:solidFill>
            <a:schemeClr val="tx2"/>
          </a:solidFill>
          <a:latin typeface="Arial" charset="0"/>
        </a:defRPr>
      </a:lvl5pPr>
      <a:lvl6pPr marL="384414" algn="ctr" defTabSz="2940499" rtl="0" fontAlgn="base">
        <a:spcBef>
          <a:spcPct val="0"/>
        </a:spcBef>
        <a:spcAft>
          <a:spcPct val="0"/>
        </a:spcAft>
        <a:defRPr sz="14125">
          <a:solidFill>
            <a:schemeClr val="tx2"/>
          </a:solidFill>
          <a:latin typeface="Arial" charset="0"/>
        </a:defRPr>
      </a:lvl6pPr>
      <a:lvl7pPr marL="768828" algn="ctr" defTabSz="2940499" rtl="0" fontAlgn="base">
        <a:spcBef>
          <a:spcPct val="0"/>
        </a:spcBef>
        <a:spcAft>
          <a:spcPct val="0"/>
        </a:spcAft>
        <a:defRPr sz="14125">
          <a:solidFill>
            <a:schemeClr val="tx2"/>
          </a:solidFill>
          <a:latin typeface="Arial" charset="0"/>
        </a:defRPr>
      </a:lvl7pPr>
      <a:lvl8pPr marL="1153241" algn="ctr" defTabSz="2940499" rtl="0" fontAlgn="base">
        <a:spcBef>
          <a:spcPct val="0"/>
        </a:spcBef>
        <a:spcAft>
          <a:spcPct val="0"/>
        </a:spcAft>
        <a:defRPr sz="14125">
          <a:solidFill>
            <a:schemeClr val="tx2"/>
          </a:solidFill>
          <a:latin typeface="Arial" charset="0"/>
        </a:defRPr>
      </a:lvl8pPr>
      <a:lvl9pPr marL="1537655" algn="ctr" defTabSz="2940499" rtl="0" fontAlgn="base">
        <a:spcBef>
          <a:spcPct val="0"/>
        </a:spcBef>
        <a:spcAft>
          <a:spcPct val="0"/>
        </a:spcAft>
        <a:defRPr sz="14125">
          <a:solidFill>
            <a:schemeClr val="tx2"/>
          </a:solidFill>
          <a:latin typeface="Arial" charset="0"/>
        </a:defRPr>
      </a:lvl9pPr>
    </p:titleStyle>
    <p:bodyStyle>
      <a:lvl1pPr marL="1102520" indent="-1102520" algn="l" defTabSz="2940499" rtl="0" eaLnBrk="0" fontAlgn="base" hangingPunct="0">
        <a:spcBef>
          <a:spcPct val="20000"/>
        </a:spcBef>
        <a:spcAft>
          <a:spcPct val="0"/>
        </a:spcAft>
        <a:buChar char="•"/>
        <a:defRPr sz="10342">
          <a:solidFill>
            <a:schemeClr val="tx1"/>
          </a:solidFill>
          <a:latin typeface="+mn-lt"/>
          <a:ea typeface="+mn-ea"/>
          <a:cs typeface="+mn-cs"/>
        </a:defRPr>
      </a:lvl1pPr>
      <a:lvl2pPr marL="2387904" indent="-918322" algn="l" defTabSz="2940499" rtl="0" eaLnBrk="0" fontAlgn="base" hangingPunct="0">
        <a:spcBef>
          <a:spcPct val="20000"/>
        </a:spcBef>
        <a:spcAft>
          <a:spcPct val="0"/>
        </a:spcAft>
        <a:buChar char="–"/>
        <a:defRPr sz="8997">
          <a:solidFill>
            <a:schemeClr val="tx1"/>
          </a:solidFill>
          <a:latin typeface="+mn-lt"/>
        </a:defRPr>
      </a:lvl2pPr>
      <a:lvl3pPr marL="3674622" indent="-734124" algn="l" defTabSz="2940499" rtl="0" eaLnBrk="0" fontAlgn="base" hangingPunct="0">
        <a:spcBef>
          <a:spcPct val="20000"/>
        </a:spcBef>
        <a:spcAft>
          <a:spcPct val="0"/>
        </a:spcAft>
        <a:buChar char="•"/>
        <a:defRPr sz="7735">
          <a:solidFill>
            <a:schemeClr val="tx1"/>
          </a:solidFill>
          <a:latin typeface="+mn-lt"/>
        </a:defRPr>
      </a:lvl3pPr>
      <a:lvl4pPr marL="5144204" indent="-734124" algn="l" defTabSz="2940499" rtl="0" eaLnBrk="0" fontAlgn="base" hangingPunct="0">
        <a:spcBef>
          <a:spcPct val="20000"/>
        </a:spcBef>
        <a:spcAft>
          <a:spcPct val="0"/>
        </a:spcAft>
        <a:buChar char="–"/>
        <a:defRPr sz="6390">
          <a:solidFill>
            <a:schemeClr val="tx1"/>
          </a:solidFill>
          <a:latin typeface="+mn-lt"/>
        </a:defRPr>
      </a:lvl4pPr>
      <a:lvl5pPr marL="6615120" indent="-734124" algn="l" defTabSz="2940499" rtl="0" eaLnBrk="0" fontAlgn="base" hangingPunct="0">
        <a:spcBef>
          <a:spcPct val="20000"/>
        </a:spcBef>
        <a:spcAft>
          <a:spcPct val="0"/>
        </a:spcAft>
        <a:buChar char="»"/>
        <a:defRPr sz="6390">
          <a:solidFill>
            <a:schemeClr val="tx1"/>
          </a:solidFill>
          <a:latin typeface="+mn-lt"/>
        </a:defRPr>
      </a:lvl5pPr>
      <a:lvl6pPr marL="6999534" indent="-734124" algn="l" defTabSz="2940499" rtl="0" fontAlgn="base">
        <a:spcBef>
          <a:spcPct val="20000"/>
        </a:spcBef>
        <a:spcAft>
          <a:spcPct val="0"/>
        </a:spcAft>
        <a:buChar char="»"/>
        <a:defRPr sz="6390">
          <a:solidFill>
            <a:schemeClr val="tx1"/>
          </a:solidFill>
          <a:latin typeface="+mn-lt"/>
        </a:defRPr>
      </a:lvl6pPr>
      <a:lvl7pPr marL="7383948" indent="-734124" algn="l" defTabSz="2940499" rtl="0" fontAlgn="base">
        <a:spcBef>
          <a:spcPct val="20000"/>
        </a:spcBef>
        <a:spcAft>
          <a:spcPct val="0"/>
        </a:spcAft>
        <a:buChar char="»"/>
        <a:defRPr sz="6390">
          <a:solidFill>
            <a:schemeClr val="tx1"/>
          </a:solidFill>
          <a:latin typeface="+mn-lt"/>
        </a:defRPr>
      </a:lvl7pPr>
      <a:lvl8pPr marL="7768361" indent="-734124" algn="l" defTabSz="2940499" rtl="0" fontAlgn="base">
        <a:spcBef>
          <a:spcPct val="20000"/>
        </a:spcBef>
        <a:spcAft>
          <a:spcPct val="0"/>
        </a:spcAft>
        <a:buChar char="»"/>
        <a:defRPr sz="6390">
          <a:solidFill>
            <a:schemeClr val="tx1"/>
          </a:solidFill>
          <a:latin typeface="+mn-lt"/>
        </a:defRPr>
      </a:lvl8pPr>
      <a:lvl9pPr marL="8152775" indent="-734124" algn="l" defTabSz="2940499" rtl="0" fontAlgn="base">
        <a:spcBef>
          <a:spcPct val="20000"/>
        </a:spcBef>
        <a:spcAft>
          <a:spcPct val="0"/>
        </a:spcAft>
        <a:buChar char="»"/>
        <a:defRPr sz="6390">
          <a:solidFill>
            <a:schemeClr val="tx1"/>
          </a:solidFill>
          <a:latin typeface="+mn-lt"/>
        </a:defRPr>
      </a:lvl9pPr>
    </p:bodyStyle>
    <p:otherStyle>
      <a:defPPr>
        <a:defRPr lang="en-US"/>
      </a:defPPr>
      <a:lvl1pPr marL="0" algn="l" defTabSz="768828" rtl="0" eaLnBrk="1" latinLnBrk="0" hangingPunct="1">
        <a:defRPr sz="1513" kern="1200">
          <a:solidFill>
            <a:schemeClr val="tx1"/>
          </a:solidFill>
          <a:latin typeface="+mn-lt"/>
          <a:ea typeface="+mn-ea"/>
          <a:cs typeface="+mn-cs"/>
        </a:defRPr>
      </a:lvl1pPr>
      <a:lvl2pPr marL="384414" algn="l" defTabSz="768828" rtl="0" eaLnBrk="1" latinLnBrk="0" hangingPunct="1">
        <a:defRPr sz="1513" kern="1200">
          <a:solidFill>
            <a:schemeClr val="tx1"/>
          </a:solidFill>
          <a:latin typeface="+mn-lt"/>
          <a:ea typeface="+mn-ea"/>
          <a:cs typeface="+mn-cs"/>
        </a:defRPr>
      </a:lvl2pPr>
      <a:lvl3pPr marL="768828" algn="l" defTabSz="768828" rtl="0" eaLnBrk="1" latinLnBrk="0" hangingPunct="1">
        <a:defRPr sz="1513" kern="1200">
          <a:solidFill>
            <a:schemeClr val="tx1"/>
          </a:solidFill>
          <a:latin typeface="+mn-lt"/>
          <a:ea typeface="+mn-ea"/>
          <a:cs typeface="+mn-cs"/>
        </a:defRPr>
      </a:lvl3pPr>
      <a:lvl4pPr marL="1153241" algn="l" defTabSz="768828" rtl="0" eaLnBrk="1" latinLnBrk="0" hangingPunct="1">
        <a:defRPr sz="1513" kern="1200">
          <a:solidFill>
            <a:schemeClr val="tx1"/>
          </a:solidFill>
          <a:latin typeface="+mn-lt"/>
          <a:ea typeface="+mn-ea"/>
          <a:cs typeface="+mn-cs"/>
        </a:defRPr>
      </a:lvl4pPr>
      <a:lvl5pPr marL="1537655" algn="l" defTabSz="768828" rtl="0" eaLnBrk="1" latinLnBrk="0" hangingPunct="1">
        <a:defRPr sz="1513" kern="1200">
          <a:solidFill>
            <a:schemeClr val="tx1"/>
          </a:solidFill>
          <a:latin typeface="+mn-lt"/>
          <a:ea typeface="+mn-ea"/>
          <a:cs typeface="+mn-cs"/>
        </a:defRPr>
      </a:lvl5pPr>
      <a:lvl6pPr marL="1922069" algn="l" defTabSz="768828" rtl="0" eaLnBrk="1" latinLnBrk="0" hangingPunct="1">
        <a:defRPr sz="1513" kern="1200">
          <a:solidFill>
            <a:schemeClr val="tx1"/>
          </a:solidFill>
          <a:latin typeface="+mn-lt"/>
          <a:ea typeface="+mn-ea"/>
          <a:cs typeface="+mn-cs"/>
        </a:defRPr>
      </a:lvl6pPr>
      <a:lvl7pPr marL="2306483" algn="l" defTabSz="768828" rtl="0" eaLnBrk="1" latinLnBrk="0" hangingPunct="1">
        <a:defRPr sz="1513" kern="1200">
          <a:solidFill>
            <a:schemeClr val="tx1"/>
          </a:solidFill>
          <a:latin typeface="+mn-lt"/>
          <a:ea typeface="+mn-ea"/>
          <a:cs typeface="+mn-cs"/>
        </a:defRPr>
      </a:lvl7pPr>
      <a:lvl8pPr marL="2690896" algn="l" defTabSz="768828" rtl="0" eaLnBrk="1" latinLnBrk="0" hangingPunct="1">
        <a:defRPr sz="1513" kern="1200">
          <a:solidFill>
            <a:schemeClr val="tx1"/>
          </a:solidFill>
          <a:latin typeface="+mn-lt"/>
          <a:ea typeface="+mn-ea"/>
          <a:cs typeface="+mn-cs"/>
        </a:defRPr>
      </a:lvl8pPr>
      <a:lvl9pPr marL="3075310" algn="l" defTabSz="768828" rtl="0" eaLnBrk="1" latinLnBrk="0" hangingPunct="1">
        <a:defRPr sz="15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hyperlink" Target="https://www.postersession.com/order/" TargetMode="External"/><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chart" Target="../charts/chart1.xml"/><Relationship Id="rId8" Type="http://schemas.openxmlformats.org/officeDocument/2006/relationships/image" Target="../media/image5.png"/><Relationship Id="rId9" Type="http://schemas.openxmlformats.org/officeDocument/2006/relationships/image" Target="../media/image6.png"/><Relationship Id="rId10" Type="http://schemas.openxmlformats.org/officeDocument/2006/relationships/image" Target="../media/image7.png"/><Relationship Id="rId11" Type="http://schemas.openxmlformats.org/officeDocument/2006/relationships/image" Target="../media/image8.png"/><Relationship Id="rId12"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l="-50000" r="-50000"/>
          </a:stretch>
        </a:blipFill>
        <a:effectLst/>
      </p:bgPr>
    </p:bg>
    <p:spTree>
      <p:nvGrpSpPr>
        <p:cNvPr id="1" name=""/>
        <p:cNvGrpSpPr/>
        <p:nvPr/>
      </p:nvGrpSpPr>
      <p:grpSpPr>
        <a:xfrm>
          <a:off x="0" y="0"/>
          <a:ext cx="0" cy="0"/>
          <a:chOff x="0" y="0"/>
          <a:chExt cx="0" cy="0"/>
        </a:xfrm>
      </p:grpSpPr>
      <p:sp>
        <p:nvSpPr>
          <p:cNvPr id="23" name="AutoShape 4"/>
          <p:cNvSpPr>
            <a:spLocks noChangeArrowheads="1"/>
          </p:cNvSpPr>
          <p:nvPr/>
        </p:nvSpPr>
        <p:spPr bwMode="auto">
          <a:xfrm>
            <a:off x="458914" y="24847388"/>
            <a:ext cx="10172168" cy="4639323"/>
          </a:xfrm>
          <a:prstGeom prst="roundRect">
            <a:avLst>
              <a:gd name="adj" fmla="val 6194"/>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6900">
                <a:solidFill>
                  <a:schemeClr val="tx1"/>
                </a:solidFill>
                <a:latin typeface="Arial" charset="0"/>
              </a:defRPr>
            </a:lvl1pPr>
            <a:lvl2pPr marL="742950" indent="-285750" eaLnBrk="0" hangingPunct="0">
              <a:defRPr sz="6900">
                <a:solidFill>
                  <a:schemeClr val="tx1"/>
                </a:solidFill>
                <a:latin typeface="Arial" charset="0"/>
              </a:defRPr>
            </a:lvl2pPr>
            <a:lvl3pPr marL="1143000" indent="-228600" eaLnBrk="0" hangingPunct="0">
              <a:defRPr sz="6900">
                <a:solidFill>
                  <a:schemeClr val="tx1"/>
                </a:solidFill>
                <a:latin typeface="Arial" charset="0"/>
              </a:defRPr>
            </a:lvl3pPr>
            <a:lvl4pPr marL="1600200" indent="-228600" eaLnBrk="0" hangingPunct="0">
              <a:defRPr sz="6900">
                <a:solidFill>
                  <a:schemeClr val="tx1"/>
                </a:solidFill>
                <a:latin typeface="Arial" charset="0"/>
              </a:defRPr>
            </a:lvl4pPr>
            <a:lvl5pPr marL="2057400" indent="-228600" eaLnBrk="0" hangingPunct="0">
              <a:defRPr sz="6900">
                <a:solidFill>
                  <a:schemeClr val="tx1"/>
                </a:solidFill>
                <a:latin typeface="Arial" charset="0"/>
              </a:defRPr>
            </a:lvl5pPr>
            <a:lvl6pPr marL="2514600" indent="-228600" algn="ctr" eaLnBrk="0" fontAlgn="base" hangingPunct="0">
              <a:spcBef>
                <a:spcPct val="0"/>
              </a:spcBef>
              <a:spcAft>
                <a:spcPct val="0"/>
              </a:spcAft>
              <a:defRPr sz="6900">
                <a:solidFill>
                  <a:schemeClr val="tx1"/>
                </a:solidFill>
                <a:latin typeface="Arial" charset="0"/>
              </a:defRPr>
            </a:lvl6pPr>
            <a:lvl7pPr marL="2971800" indent="-228600" algn="ctr" eaLnBrk="0" fontAlgn="base" hangingPunct="0">
              <a:spcBef>
                <a:spcPct val="0"/>
              </a:spcBef>
              <a:spcAft>
                <a:spcPct val="0"/>
              </a:spcAft>
              <a:defRPr sz="6900">
                <a:solidFill>
                  <a:schemeClr val="tx1"/>
                </a:solidFill>
                <a:latin typeface="Arial" charset="0"/>
              </a:defRPr>
            </a:lvl7pPr>
            <a:lvl8pPr marL="3429000" indent="-228600" algn="ctr" eaLnBrk="0" fontAlgn="base" hangingPunct="0">
              <a:spcBef>
                <a:spcPct val="0"/>
              </a:spcBef>
              <a:spcAft>
                <a:spcPct val="0"/>
              </a:spcAft>
              <a:defRPr sz="6900">
                <a:solidFill>
                  <a:schemeClr val="tx1"/>
                </a:solidFill>
                <a:latin typeface="Arial" charset="0"/>
              </a:defRPr>
            </a:lvl8pPr>
            <a:lvl9pPr marL="3886200" indent="-228600" algn="ctr" eaLnBrk="0" fontAlgn="base" hangingPunct="0">
              <a:spcBef>
                <a:spcPct val="0"/>
              </a:spcBef>
              <a:spcAft>
                <a:spcPct val="0"/>
              </a:spcAft>
              <a:defRPr sz="6900">
                <a:solidFill>
                  <a:schemeClr val="tx1"/>
                </a:solidFill>
                <a:latin typeface="Arial" charset="0"/>
              </a:defRPr>
            </a:lvl9pPr>
          </a:lstStyle>
          <a:p>
            <a:pPr eaLnBrk="1" hangingPunct="1"/>
            <a:endParaRPr lang="en-US" altLang="en-US" sz="5802"/>
          </a:p>
        </p:txBody>
      </p:sp>
      <p:sp>
        <p:nvSpPr>
          <p:cNvPr id="22" name="AutoShape 4"/>
          <p:cNvSpPr>
            <a:spLocks noChangeArrowheads="1"/>
          </p:cNvSpPr>
          <p:nvPr/>
        </p:nvSpPr>
        <p:spPr bwMode="auto">
          <a:xfrm>
            <a:off x="458914" y="18502119"/>
            <a:ext cx="10172168" cy="6046981"/>
          </a:xfrm>
          <a:prstGeom prst="roundRect">
            <a:avLst>
              <a:gd name="adj" fmla="val 3634"/>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6900">
                <a:solidFill>
                  <a:schemeClr val="tx1"/>
                </a:solidFill>
                <a:latin typeface="Arial" charset="0"/>
              </a:defRPr>
            </a:lvl1pPr>
            <a:lvl2pPr marL="742950" indent="-285750" eaLnBrk="0" hangingPunct="0">
              <a:defRPr sz="6900">
                <a:solidFill>
                  <a:schemeClr val="tx1"/>
                </a:solidFill>
                <a:latin typeface="Arial" charset="0"/>
              </a:defRPr>
            </a:lvl2pPr>
            <a:lvl3pPr marL="1143000" indent="-228600" eaLnBrk="0" hangingPunct="0">
              <a:defRPr sz="6900">
                <a:solidFill>
                  <a:schemeClr val="tx1"/>
                </a:solidFill>
                <a:latin typeface="Arial" charset="0"/>
              </a:defRPr>
            </a:lvl3pPr>
            <a:lvl4pPr marL="1600200" indent="-228600" eaLnBrk="0" hangingPunct="0">
              <a:defRPr sz="6900">
                <a:solidFill>
                  <a:schemeClr val="tx1"/>
                </a:solidFill>
                <a:latin typeface="Arial" charset="0"/>
              </a:defRPr>
            </a:lvl4pPr>
            <a:lvl5pPr marL="2057400" indent="-228600" eaLnBrk="0" hangingPunct="0">
              <a:defRPr sz="6900">
                <a:solidFill>
                  <a:schemeClr val="tx1"/>
                </a:solidFill>
                <a:latin typeface="Arial" charset="0"/>
              </a:defRPr>
            </a:lvl5pPr>
            <a:lvl6pPr marL="2514600" indent="-228600" algn="ctr" eaLnBrk="0" fontAlgn="base" hangingPunct="0">
              <a:spcBef>
                <a:spcPct val="0"/>
              </a:spcBef>
              <a:spcAft>
                <a:spcPct val="0"/>
              </a:spcAft>
              <a:defRPr sz="6900">
                <a:solidFill>
                  <a:schemeClr val="tx1"/>
                </a:solidFill>
                <a:latin typeface="Arial" charset="0"/>
              </a:defRPr>
            </a:lvl6pPr>
            <a:lvl7pPr marL="2971800" indent="-228600" algn="ctr" eaLnBrk="0" fontAlgn="base" hangingPunct="0">
              <a:spcBef>
                <a:spcPct val="0"/>
              </a:spcBef>
              <a:spcAft>
                <a:spcPct val="0"/>
              </a:spcAft>
              <a:defRPr sz="6900">
                <a:solidFill>
                  <a:schemeClr val="tx1"/>
                </a:solidFill>
                <a:latin typeface="Arial" charset="0"/>
              </a:defRPr>
            </a:lvl7pPr>
            <a:lvl8pPr marL="3429000" indent="-228600" algn="ctr" eaLnBrk="0" fontAlgn="base" hangingPunct="0">
              <a:spcBef>
                <a:spcPct val="0"/>
              </a:spcBef>
              <a:spcAft>
                <a:spcPct val="0"/>
              </a:spcAft>
              <a:defRPr sz="6900">
                <a:solidFill>
                  <a:schemeClr val="tx1"/>
                </a:solidFill>
                <a:latin typeface="Arial" charset="0"/>
              </a:defRPr>
            </a:lvl8pPr>
            <a:lvl9pPr marL="3886200" indent="-228600" algn="ctr" eaLnBrk="0" fontAlgn="base" hangingPunct="0">
              <a:spcBef>
                <a:spcPct val="0"/>
              </a:spcBef>
              <a:spcAft>
                <a:spcPct val="0"/>
              </a:spcAft>
              <a:defRPr sz="6900">
                <a:solidFill>
                  <a:schemeClr val="tx1"/>
                </a:solidFill>
                <a:latin typeface="Arial" charset="0"/>
              </a:defRPr>
            </a:lvl9pPr>
          </a:lstStyle>
          <a:p>
            <a:pPr eaLnBrk="1" hangingPunct="1"/>
            <a:endParaRPr lang="en-US" altLang="en-US" sz="5802"/>
          </a:p>
        </p:txBody>
      </p:sp>
      <p:sp>
        <p:nvSpPr>
          <p:cNvPr id="21" name="AutoShape 50"/>
          <p:cNvSpPr>
            <a:spLocks noChangeArrowheads="1"/>
          </p:cNvSpPr>
          <p:nvPr/>
        </p:nvSpPr>
        <p:spPr bwMode="auto">
          <a:xfrm>
            <a:off x="10930357" y="13135906"/>
            <a:ext cx="9945656" cy="16304090"/>
          </a:xfrm>
          <a:prstGeom prst="roundRect">
            <a:avLst>
              <a:gd name="adj" fmla="val 2414"/>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6900">
                <a:solidFill>
                  <a:schemeClr val="tx1"/>
                </a:solidFill>
                <a:latin typeface="Arial" charset="0"/>
              </a:defRPr>
            </a:lvl1pPr>
            <a:lvl2pPr marL="742950" indent="-285750" eaLnBrk="0" hangingPunct="0">
              <a:defRPr sz="6900">
                <a:solidFill>
                  <a:schemeClr val="tx1"/>
                </a:solidFill>
                <a:latin typeface="Arial" charset="0"/>
              </a:defRPr>
            </a:lvl2pPr>
            <a:lvl3pPr marL="1143000" indent="-228600" eaLnBrk="0" hangingPunct="0">
              <a:defRPr sz="6900">
                <a:solidFill>
                  <a:schemeClr val="tx1"/>
                </a:solidFill>
                <a:latin typeface="Arial" charset="0"/>
              </a:defRPr>
            </a:lvl3pPr>
            <a:lvl4pPr marL="1600200" indent="-228600" eaLnBrk="0" hangingPunct="0">
              <a:defRPr sz="6900">
                <a:solidFill>
                  <a:schemeClr val="tx1"/>
                </a:solidFill>
                <a:latin typeface="Arial" charset="0"/>
              </a:defRPr>
            </a:lvl4pPr>
            <a:lvl5pPr marL="2057400" indent="-228600" eaLnBrk="0" hangingPunct="0">
              <a:defRPr sz="6900">
                <a:solidFill>
                  <a:schemeClr val="tx1"/>
                </a:solidFill>
                <a:latin typeface="Arial" charset="0"/>
              </a:defRPr>
            </a:lvl5pPr>
            <a:lvl6pPr marL="2514600" indent="-228600" algn="ctr" eaLnBrk="0" fontAlgn="base" hangingPunct="0">
              <a:spcBef>
                <a:spcPct val="0"/>
              </a:spcBef>
              <a:spcAft>
                <a:spcPct val="0"/>
              </a:spcAft>
              <a:defRPr sz="6900">
                <a:solidFill>
                  <a:schemeClr val="tx1"/>
                </a:solidFill>
                <a:latin typeface="Arial" charset="0"/>
              </a:defRPr>
            </a:lvl6pPr>
            <a:lvl7pPr marL="2971800" indent="-228600" algn="ctr" eaLnBrk="0" fontAlgn="base" hangingPunct="0">
              <a:spcBef>
                <a:spcPct val="0"/>
              </a:spcBef>
              <a:spcAft>
                <a:spcPct val="0"/>
              </a:spcAft>
              <a:defRPr sz="6900">
                <a:solidFill>
                  <a:schemeClr val="tx1"/>
                </a:solidFill>
                <a:latin typeface="Arial" charset="0"/>
              </a:defRPr>
            </a:lvl7pPr>
            <a:lvl8pPr marL="3429000" indent="-228600" algn="ctr" eaLnBrk="0" fontAlgn="base" hangingPunct="0">
              <a:spcBef>
                <a:spcPct val="0"/>
              </a:spcBef>
              <a:spcAft>
                <a:spcPct val="0"/>
              </a:spcAft>
              <a:defRPr sz="6900">
                <a:solidFill>
                  <a:schemeClr val="tx1"/>
                </a:solidFill>
                <a:latin typeface="Arial" charset="0"/>
              </a:defRPr>
            </a:lvl8pPr>
            <a:lvl9pPr marL="3886200" indent="-228600" algn="ctr" eaLnBrk="0" fontAlgn="base" hangingPunct="0">
              <a:spcBef>
                <a:spcPct val="0"/>
              </a:spcBef>
              <a:spcAft>
                <a:spcPct val="0"/>
              </a:spcAft>
              <a:defRPr sz="6900">
                <a:solidFill>
                  <a:schemeClr val="tx1"/>
                </a:solidFill>
                <a:latin typeface="Arial" charset="0"/>
              </a:defRPr>
            </a:lvl9pPr>
          </a:lstStyle>
          <a:p>
            <a:pPr eaLnBrk="1" hangingPunct="1"/>
            <a:endParaRPr lang="en-US" altLang="en-US" sz="5802"/>
          </a:p>
        </p:txBody>
      </p:sp>
      <p:sp>
        <p:nvSpPr>
          <p:cNvPr id="33" name="AutoShape 50"/>
          <p:cNvSpPr>
            <a:spLocks noChangeArrowheads="1"/>
          </p:cNvSpPr>
          <p:nvPr/>
        </p:nvSpPr>
        <p:spPr bwMode="auto">
          <a:xfrm>
            <a:off x="10930357" y="5600775"/>
            <a:ext cx="9945656" cy="7234446"/>
          </a:xfrm>
          <a:prstGeom prst="roundRect">
            <a:avLst>
              <a:gd name="adj" fmla="val 2414"/>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6900">
                <a:solidFill>
                  <a:schemeClr val="tx1"/>
                </a:solidFill>
                <a:latin typeface="Arial" charset="0"/>
              </a:defRPr>
            </a:lvl1pPr>
            <a:lvl2pPr marL="742950" indent="-285750" eaLnBrk="0" hangingPunct="0">
              <a:defRPr sz="6900">
                <a:solidFill>
                  <a:schemeClr val="tx1"/>
                </a:solidFill>
                <a:latin typeface="Arial" charset="0"/>
              </a:defRPr>
            </a:lvl2pPr>
            <a:lvl3pPr marL="1143000" indent="-228600" eaLnBrk="0" hangingPunct="0">
              <a:defRPr sz="6900">
                <a:solidFill>
                  <a:schemeClr val="tx1"/>
                </a:solidFill>
                <a:latin typeface="Arial" charset="0"/>
              </a:defRPr>
            </a:lvl3pPr>
            <a:lvl4pPr marL="1600200" indent="-228600" eaLnBrk="0" hangingPunct="0">
              <a:defRPr sz="6900">
                <a:solidFill>
                  <a:schemeClr val="tx1"/>
                </a:solidFill>
                <a:latin typeface="Arial" charset="0"/>
              </a:defRPr>
            </a:lvl4pPr>
            <a:lvl5pPr marL="2057400" indent="-228600" eaLnBrk="0" hangingPunct="0">
              <a:defRPr sz="6900">
                <a:solidFill>
                  <a:schemeClr val="tx1"/>
                </a:solidFill>
                <a:latin typeface="Arial" charset="0"/>
              </a:defRPr>
            </a:lvl5pPr>
            <a:lvl6pPr marL="2514600" indent="-228600" algn="ctr" eaLnBrk="0" fontAlgn="base" hangingPunct="0">
              <a:spcBef>
                <a:spcPct val="0"/>
              </a:spcBef>
              <a:spcAft>
                <a:spcPct val="0"/>
              </a:spcAft>
              <a:defRPr sz="6900">
                <a:solidFill>
                  <a:schemeClr val="tx1"/>
                </a:solidFill>
                <a:latin typeface="Arial" charset="0"/>
              </a:defRPr>
            </a:lvl6pPr>
            <a:lvl7pPr marL="2971800" indent="-228600" algn="ctr" eaLnBrk="0" fontAlgn="base" hangingPunct="0">
              <a:spcBef>
                <a:spcPct val="0"/>
              </a:spcBef>
              <a:spcAft>
                <a:spcPct val="0"/>
              </a:spcAft>
              <a:defRPr sz="6900">
                <a:solidFill>
                  <a:schemeClr val="tx1"/>
                </a:solidFill>
                <a:latin typeface="Arial" charset="0"/>
              </a:defRPr>
            </a:lvl7pPr>
            <a:lvl8pPr marL="3429000" indent="-228600" algn="ctr" eaLnBrk="0" fontAlgn="base" hangingPunct="0">
              <a:spcBef>
                <a:spcPct val="0"/>
              </a:spcBef>
              <a:spcAft>
                <a:spcPct val="0"/>
              </a:spcAft>
              <a:defRPr sz="6900">
                <a:solidFill>
                  <a:schemeClr val="tx1"/>
                </a:solidFill>
                <a:latin typeface="Arial" charset="0"/>
              </a:defRPr>
            </a:lvl8pPr>
            <a:lvl9pPr marL="3886200" indent="-228600" algn="ctr" eaLnBrk="0" fontAlgn="base" hangingPunct="0">
              <a:spcBef>
                <a:spcPct val="0"/>
              </a:spcBef>
              <a:spcAft>
                <a:spcPct val="0"/>
              </a:spcAft>
              <a:defRPr sz="6900">
                <a:solidFill>
                  <a:schemeClr val="tx1"/>
                </a:solidFill>
                <a:latin typeface="Arial" charset="0"/>
              </a:defRPr>
            </a:lvl9pPr>
          </a:lstStyle>
          <a:p>
            <a:pPr eaLnBrk="1" hangingPunct="1"/>
            <a:endParaRPr lang="en-US" altLang="en-US" sz="5802"/>
          </a:p>
        </p:txBody>
      </p:sp>
      <p:sp>
        <p:nvSpPr>
          <p:cNvPr id="34" name="AutoShape 4"/>
          <p:cNvSpPr>
            <a:spLocks noChangeArrowheads="1"/>
          </p:cNvSpPr>
          <p:nvPr/>
        </p:nvSpPr>
        <p:spPr bwMode="auto">
          <a:xfrm>
            <a:off x="472262" y="5604458"/>
            <a:ext cx="10115788" cy="12599373"/>
          </a:xfrm>
          <a:prstGeom prst="roundRect">
            <a:avLst>
              <a:gd name="adj" fmla="val 1852"/>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6900">
                <a:solidFill>
                  <a:schemeClr val="tx1"/>
                </a:solidFill>
                <a:latin typeface="Arial" charset="0"/>
              </a:defRPr>
            </a:lvl1pPr>
            <a:lvl2pPr marL="742950" indent="-285750" eaLnBrk="0" hangingPunct="0">
              <a:defRPr sz="6900">
                <a:solidFill>
                  <a:schemeClr val="tx1"/>
                </a:solidFill>
                <a:latin typeface="Arial" charset="0"/>
              </a:defRPr>
            </a:lvl2pPr>
            <a:lvl3pPr marL="1143000" indent="-228600" eaLnBrk="0" hangingPunct="0">
              <a:defRPr sz="6900">
                <a:solidFill>
                  <a:schemeClr val="tx1"/>
                </a:solidFill>
                <a:latin typeface="Arial" charset="0"/>
              </a:defRPr>
            </a:lvl3pPr>
            <a:lvl4pPr marL="1600200" indent="-228600" eaLnBrk="0" hangingPunct="0">
              <a:defRPr sz="6900">
                <a:solidFill>
                  <a:schemeClr val="tx1"/>
                </a:solidFill>
                <a:latin typeface="Arial" charset="0"/>
              </a:defRPr>
            </a:lvl4pPr>
            <a:lvl5pPr marL="2057400" indent="-228600" eaLnBrk="0" hangingPunct="0">
              <a:defRPr sz="6900">
                <a:solidFill>
                  <a:schemeClr val="tx1"/>
                </a:solidFill>
                <a:latin typeface="Arial" charset="0"/>
              </a:defRPr>
            </a:lvl5pPr>
            <a:lvl6pPr marL="2514600" indent="-228600" algn="ctr" eaLnBrk="0" fontAlgn="base" hangingPunct="0">
              <a:spcBef>
                <a:spcPct val="0"/>
              </a:spcBef>
              <a:spcAft>
                <a:spcPct val="0"/>
              </a:spcAft>
              <a:defRPr sz="6900">
                <a:solidFill>
                  <a:schemeClr val="tx1"/>
                </a:solidFill>
                <a:latin typeface="Arial" charset="0"/>
              </a:defRPr>
            </a:lvl6pPr>
            <a:lvl7pPr marL="2971800" indent="-228600" algn="ctr" eaLnBrk="0" fontAlgn="base" hangingPunct="0">
              <a:spcBef>
                <a:spcPct val="0"/>
              </a:spcBef>
              <a:spcAft>
                <a:spcPct val="0"/>
              </a:spcAft>
              <a:defRPr sz="6900">
                <a:solidFill>
                  <a:schemeClr val="tx1"/>
                </a:solidFill>
                <a:latin typeface="Arial" charset="0"/>
              </a:defRPr>
            </a:lvl7pPr>
            <a:lvl8pPr marL="3429000" indent="-228600" algn="ctr" eaLnBrk="0" fontAlgn="base" hangingPunct="0">
              <a:spcBef>
                <a:spcPct val="0"/>
              </a:spcBef>
              <a:spcAft>
                <a:spcPct val="0"/>
              </a:spcAft>
              <a:defRPr sz="6900">
                <a:solidFill>
                  <a:schemeClr val="tx1"/>
                </a:solidFill>
                <a:latin typeface="Arial" charset="0"/>
              </a:defRPr>
            </a:lvl8pPr>
            <a:lvl9pPr marL="3886200" indent="-228600" algn="ctr" eaLnBrk="0" fontAlgn="base" hangingPunct="0">
              <a:spcBef>
                <a:spcPct val="0"/>
              </a:spcBef>
              <a:spcAft>
                <a:spcPct val="0"/>
              </a:spcAft>
              <a:defRPr sz="6900">
                <a:solidFill>
                  <a:schemeClr val="tx1"/>
                </a:solidFill>
                <a:latin typeface="Arial" charset="0"/>
              </a:defRPr>
            </a:lvl9pPr>
          </a:lstStyle>
          <a:p>
            <a:pPr eaLnBrk="1" hangingPunct="1"/>
            <a:endParaRPr lang="en-US" altLang="en-US" sz="5802"/>
          </a:p>
        </p:txBody>
      </p:sp>
      <p:sp>
        <p:nvSpPr>
          <p:cNvPr id="35" name="Text Box 11"/>
          <p:cNvSpPr txBox="1">
            <a:spLocks noChangeArrowheads="1"/>
          </p:cNvSpPr>
          <p:nvPr/>
        </p:nvSpPr>
        <p:spPr bwMode="auto">
          <a:xfrm>
            <a:off x="11342485" y="13524630"/>
            <a:ext cx="9214532" cy="892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1250" tIns="30625" rIns="61250" bIns="30625">
            <a:spAutoFit/>
          </a:bodyP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rtl="1" eaLnBrk="1" hangingPunct="1" algn="ctr">
              <a:lnSpc>
                <a:spcPct val="115000"/>
              </a:lnSpc>
              <a:spcBef>
                <a:spcPct val="50000"/>
              </a:spcBef>
              <a:spcAft>
                <a:spcPts val="0"/>
              </a:spcAft>
              <a:defRPr sz="3600" b="1">
                <a:solidFill>
                  <a:srgbClr val="FFFFFF"/>
                </a:solidFill>
                <a:latin typeface="Tahoma"/>
              </a:defRPr>
            </a:pPr>
            <a:r>
              <a:t>روش و معماری پیشنهادی (چارچوب NeuralOps)</a:t>
            </a:r>
            <a:endParaRPr lang="en-US" altLang="en-US" sz="5400" b="1" dirty="0">
              <a:cs typeface="B Titr" panose="00000700000000000000" pitchFamily="2" charset="-78"/>
            </a:endParaRPr>
          </a:p>
        </p:txBody>
      </p:sp>
      <p:sp>
        <p:nvSpPr>
          <p:cNvPr id="36" name="AutoShape 13"/>
          <p:cNvSpPr>
            <a:spLocks noChangeArrowheads="1"/>
          </p:cNvSpPr>
          <p:nvPr/>
        </p:nvSpPr>
        <p:spPr bwMode="auto">
          <a:xfrm>
            <a:off x="472262" y="349694"/>
            <a:ext cx="20403752" cy="4834329"/>
          </a:xfrm>
          <a:prstGeom prst="roundRect">
            <a:avLst>
              <a:gd name="adj" fmla="val 5038"/>
            </a:avLst>
          </a:prstGeom>
          <a:gradFill rotWithShape="1">
            <a:gsLst>
              <a:gs pos="0">
                <a:schemeClr val="bg1"/>
              </a:gs>
              <a:gs pos="100000">
                <a:schemeClr val="bg1"/>
              </a:gs>
            </a:gsLst>
            <a:lin ang="5400000" scaled="1"/>
          </a:gradFill>
          <a:ln w="9525">
            <a:solidFill>
              <a:schemeClr val="tx1"/>
            </a:solidFill>
            <a:round/>
            <a:headEnd/>
            <a:tailEnd/>
          </a:ln>
          <a:effectLst/>
          <a:extLst/>
        </p:spPr>
        <p:txBody>
          <a:bodyPr wrap="none" lIns="61250" tIns="30625" rIns="61250" bIns="30625" anchor="ct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eaLnBrk="1" hangingPunct="1"/>
            <a:endParaRPr lang="en-US" altLang="en-US" sz="5802">
              <a:solidFill>
                <a:schemeClr val="bg1"/>
              </a:solidFill>
            </a:endParaRPr>
          </a:p>
        </p:txBody>
      </p:sp>
      <p:sp>
        <p:nvSpPr>
          <p:cNvPr id="37" name="Text Box 14"/>
          <p:cNvSpPr txBox="1">
            <a:spLocks noChangeArrowheads="1"/>
          </p:cNvSpPr>
          <p:nvPr/>
        </p:nvSpPr>
        <p:spPr bwMode="auto">
          <a:xfrm>
            <a:off x="803272" y="795369"/>
            <a:ext cx="19753745" cy="4001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1250" tIns="30625" rIns="61250" bIns="30625">
            <a:spAutoFit/>
          </a:bodyP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rtl="1" eaLnBrk="1" hangingPunct="1" algn="ctr">
              <a:lnSpc>
                <a:spcPct val="115000"/>
              </a:lnSpc>
              <a:spcBef>
                <a:spcPct val="50000"/>
              </a:spcBef>
              <a:spcAft>
                <a:spcPts val="400"/>
              </a:spcAft>
              <a:defRPr sz="3400" b="1">
                <a:solidFill>
                  <a:srgbClr val="0C2246"/>
                </a:solidFill>
                <a:latin typeface="Tahoma"/>
              </a:defRPr>
            </a:pPr>
            <a:r>
              <a:t>طراحی، ارزیابی تجربی و فشرده‌سازی مکانیزم‌های توجه خطی و تجزیه مقادیر منفرد (SVD) در مدل‌های زبانی بزرگ ترنسفورمر</a:t>
            </a:r>
            <a:endParaRPr lang="en-US" altLang="en-US" sz="7200" b="1" dirty="0"/>
          </a:p>
          <a:p>
            <a:pPr algn="ctr" rtl="1">
              <a:lnSpc>
                <a:spcPct val="115000"/>
              </a:lnSpc>
              <a:spcAft>
                <a:spcPts val="1200"/>
              </a:spcAft>
              <a:defRPr sz="2100" b="1">
                <a:solidFill>
                  <a:srgbClr val="144B91"/>
                </a:solidFill>
                <a:latin typeface="Arial"/>
              </a:defRPr>
            </a:pPr>
            <a:r>
              <a:t>NeuralOps: A Hardware-Aware Framework for Scalable SVD Linear Attention and Model Compression</a:t>
            </a:r>
          </a:p>
          <a:p>
            <a:pPr algn="ctr" rtl="1">
              <a:lnSpc>
                <a:spcPct val="115000"/>
              </a:lnSpc>
              <a:spcAft>
                <a:spcPts val="400"/>
              </a:spcAft>
              <a:defRPr sz="2300" b="1">
                <a:solidFill>
                  <a:srgbClr val="1E1E1E"/>
                </a:solidFill>
                <a:latin typeface="Tahoma"/>
              </a:defRPr>
            </a:pPr>
            <a:r>
              <a:t>دانشجو: محمد طاها مجلسی (شماره دانشجویی: ۸۱۰۱۰۱۵۰۴)                استاد راهنما: جناب آقای دکتر احمد کلهر</a:t>
            </a:r>
          </a:p>
          <a:p>
            <a:pPr algn="ctr" rtl="1">
              <a:lnSpc>
                <a:spcPct val="115000"/>
              </a:lnSpc>
              <a:spcAft>
                <a:spcPts val="0"/>
              </a:spcAft>
              <a:defRPr sz="1900" b="1">
                <a:solidFill>
                  <a:srgbClr val="505050"/>
                </a:solidFill>
                <a:latin typeface="Tahoma"/>
              </a:defRPr>
            </a:pPr>
            <a:r>
              <a:t>دانشکده مهندسی برق و کامپیوتر، پردیس دانشکده‌های فنی، دانشگاه تهران — شهریورماه ۱۴۰۵</a:t>
            </a:r>
          </a:p>
        </p:txBody>
      </p:sp>
      <p:sp>
        <p:nvSpPr>
          <p:cNvPr id="38" name="Text Box 42"/>
          <p:cNvSpPr txBox="1">
            <a:spLocks noChangeArrowheads="1"/>
          </p:cNvSpPr>
          <p:nvPr/>
        </p:nvSpPr>
        <p:spPr bwMode="auto">
          <a:xfrm>
            <a:off x="2936141" y="5908660"/>
            <a:ext cx="4746238" cy="892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1250" tIns="30625" rIns="61250" bIns="30625">
            <a:spAutoFit/>
          </a:bodyP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eaLnBrk="1" hangingPunct="1" algn="ctr" rtl="1">
              <a:lnSpc>
                <a:spcPct val="115000"/>
              </a:lnSpc>
              <a:spcBef>
                <a:spcPct val="50000"/>
              </a:spcBef>
              <a:spcAft>
                <a:spcPts val="0"/>
              </a:spcAft>
              <a:defRPr sz="4000" b="1">
                <a:solidFill>
                  <a:srgbClr val="FFFFFF"/>
                </a:solidFill>
                <a:latin typeface="Tahoma"/>
              </a:defRPr>
            </a:pPr>
            <a:r>
              <a:t>نتایج ارزیابی‌های تجربی و بنچ‌مارک</a:t>
            </a:r>
            <a:endParaRPr lang="en-US" altLang="en-US" sz="5400" b="1" dirty="0"/>
          </a:p>
        </p:txBody>
      </p:sp>
      <p:sp>
        <p:nvSpPr>
          <p:cNvPr id="39" name="Text Box 43"/>
          <p:cNvSpPr txBox="1">
            <a:spLocks noChangeArrowheads="1"/>
          </p:cNvSpPr>
          <p:nvPr/>
        </p:nvSpPr>
        <p:spPr bwMode="auto">
          <a:xfrm>
            <a:off x="13263082" y="5898317"/>
            <a:ext cx="4746238" cy="892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1250" tIns="30625" rIns="61250" bIns="30625">
            <a:spAutoFit/>
          </a:bodyP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eaLnBrk="1" hangingPunct="1" algn="ctr" rtl="1">
              <a:lnSpc>
                <a:spcPct val="115000"/>
              </a:lnSpc>
              <a:spcBef>
                <a:spcPct val="50000"/>
              </a:spcBef>
              <a:spcAft>
                <a:spcPts val="0"/>
              </a:spcAft>
              <a:defRPr sz="4000" b="1">
                <a:solidFill>
                  <a:srgbClr val="FFFFFF"/>
                </a:solidFill>
                <a:latin typeface="Tahoma"/>
              </a:defRPr>
            </a:pPr>
            <a:r>
              <a:t>مقدمه و بیان مسأله</a:t>
            </a:r>
            <a:endParaRPr lang="en-US" altLang="en-US" sz="5400" b="1" dirty="0"/>
          </a:p>
        </p:txBody>
      </p:sp>
      <p:sp>
        <p:nvSpPr>
          <p:cNvPr id="40" name="Text Box 19">
            <a:hlinkClick r:id="rId4"/>
          </p:cNvPr>
          <p:cNvSpPr txBox="1">
            <a:spLocks noChangeArrowheads="1"/>
          </p:cNvSpPr>
          <p:nvPr/>
        </p:nvSpPr>
        <p:spPr bwMode="auto">
          <a:xfrm>
            <a:off x="103882" y="30631651"/>
            <a:ext cx="21188561" cy="868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389438" eaLnBrk="0" hangingPunct="0">
              <a:defRPr sz="6900">
                <a:solidFill>
                  <a:schemeClr val="tx1"/>
                </a:solidFill>
                <a:latin typeface="Arial" charset="0"/>
              </a:defRPr>
            </a:lvl1pPr>
            <a:lvl2pPr marL="742950" indent="-285750" defTabSz="4389438" eaLnBrk="0" hangingPunct="0">
              <a:defRPr sz="6900">
                <a:solidFill>
                  <a:schemeClr val="tx1"/>
                </a:solidFill>
                <a:latin typeface="Arial" charset="0"/>
              </a:defRPr>
            </a:lvl2pPr>
            <a:lvl3pPr marL="1143000" indent="-228600" defTabSz="4389438" eaLnBrk="0" hangingPunct="0">
              <a:defRPr sz="6900">
                <a:solidFill>
                  <a:schemeClr val="tx1"/>
                </a:solidFill>
                <a:latin typeface="Arial" charset="0"/>
              </a:defRPr>
            </a:lvl3pPr>
            <a:lvl4pPr marL="1600200" indent="-228600" defTabSz="4389438" eaLnBrk="0" hangingPunct="0">
              <a:defRPr sz="6900">
                <a:solidFill>
                  <a:schemeClr val="tx1"/>
                </a:solidFill>
                <a:latin typeface="Arial" charset="0"/>
              </a:defRPr>
            </a:lvl4pPr>
            <a:lvl5pPr marL="2057400" indent="-228600" defTabSz="4389438" eaLnBrk="0" hangingPunct="0">
              <a:defRPr sz="6900">
                <a:solidFill>
                  <a:schemeClr val="tx1"/>
                </a:solidFill>
                <a:latin typeface="Arial" charset="0"/>
              </a:defRPr>
            </a:lvl5pPr>
            <a:lvl6pPr marL="2514600" indent="-228600" algn="ctr" defTabSz="4389438" eaLnBrk="0" fontAlgn="base" hangingPunct="0">
              <a:spcBef>
                <a:spcPct val="0"/>
              </a:spcBef>
              <a:spcAft>
                <a:spcPct val="0"/>
              </a:spcAft>
              <a:defRPr sz="6900">
                <a:solidFill>
                  <a:schemeClr val="tx1"/>
                </a:solidFill>
                <a:latin typeface="Arial" charset="0"/>
              </a:defRPr>
            </a:lvl6pPr>
            <a:lvl7pPr marL="2971800" indent="-228600" algn="ctr" defTabSz="4389438" eaLnBrk="0" fontAlgn="base" hangingPunct="0">
              <a:spcBef>
                <a:spcPct val="0"/>
              </a:spcBef>
              <a:spcAft>
                <a:spcPct val="0"/>
              </a:spcAft>
              <a:defRPr sz="6900">
                <a:solidFill>
                  <a:schemeClr val="tx1"/>
                </a:solidFill>
                <a:latin typeface="Arial" charset="0"/>
              </a:defRPr>
            </a:lvl7pPr>
            <a:lvl8pPr marL="3429000" indent="-228600" algn="ctr" defTabSz="4389438" eaLnBrk="0" fontAlgn="base" hangingPunct="0">
              <a:spcBef>
                <a:spcPct val="0"/>
              </a:spcBef>
              <a:spcAft>
                <a:spcPct val="0"/>
              </a:spcAft>
              <a:defRPr sz="6900">
                <a:solidFill>
                  <a:schemeClr val="tx1"/>
                </a:solidFill>
                <a:latin typeface="Arial" charset="0"/>
              </a:defRPr>
            </a:lvl8pPr>
            <a:lvl9pPr marL="3886200" indent="-228600" algn="ctr" defTabSz="4389438" eaLnBrk="0" fontAlgn="base" hangingPunct="0">
              <a:spcBef>
                <a:spcPct val="0"/>
              </a:spcBef>
              <a:spcAft>
                <a:spcPct val="0"/>
              </a:spcAft>
              <a:defRPr sz="6900">
                <a:solidFill>
                  <a:schemeClr val="tx1"/>
                </a:solidFill>
                <a:latin typeface="Arial" charset="0"/>
              </a:defRPr>
            </a:lvl9pPr>
          </a:lstStyle>
          <a:p>
            <a:pPr eaLnBrk="1" hangingPunct="1">
              <a:spcBef>
                <a:spcPct val="50000"/>
              </a:spcBef>
            </a:pPr>
            <a:endParaRPr lang="en-US" altLang="en-US" sz="5045" b="1" i="1" dirty="0">
              <a:solidFill>
                <a:srgbClr val="0046D2"/>
              </a:solidFill>
            </a:endParaRPr>
          </a:p>
        </p:txBody>
      </p:sp>
      <p:pic>
        <p:nvPicPr>
          <p:cNvPr id="41" name="Picture 4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009320" y="2336707"/>
            <a:ext cx="2546631" cy="2546631"/>
          </a:xfrm>
          <a:prstGeom prst="rect">
            <a:avLst/>
          </a:prstGeom>
        </p:spPr>
      </p:pic>
      <p:pic>
        <p:nvPicPr>
          <p:cNvPr id="42" name="Picture 4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24818" y="2336707"/>
            <a:ext cx="3244710" cy="2544709"/>
          </a:xfrm>
          <a:prstGeom prst="rect">
            <a:avLst/>
          </a:prstGeom>
        </p:spPr>
      </p:pic>
      <p:sp>
        <p:nvSpPr>
          <p:cNvPr id="43" name="Text Box 9"/>
          <p:cNvSpPr txBox="1">
            <a:spLocks noChangeArrowheads="1"/>
          </p:cNvSpPr>
          <p:nvPr/>
        </p:nvSpPr>
        <p:spPr bwMode="auto">
          <a:xfrm>
            <a:off x="11342485" y="7156773"/>
            <a:ext cx="9079115" cy="4564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1250" tIns="30625" rIns="61250" bIns="30625">
            <a:spAutoFit/>
          </a:bodyP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algn="r" rtl="1">
              <a:lnSpc>
                <a:spcPct val="116000"/>
              </a:lnSpc>
              <a:spcAft>
                <a:spcPts val="800"/>
              </a:spcAft>
              <a:defRPr sz="1800" b="0">
                <a:solidFill>
                  <a:srgbClr val="1E1E1E"/>
                </a:solidFill>
                <a:latin typeface="Tahoma"/>
              </a:defRPr>
            </a:pPr>
            <a:r>
              <a:t>•  نوع پروژه: تحقیقاتی بنیادی، کاربردی و مهندسی سیستم‌های یادگیری عمیق سخت‌افزار-آگاه (Hardware-Aware Systems).</a:t>
            </a:r>
          </a:p>
          <a:p>
            <a:pPr algn="r" rtl="1">
              <a:lnSpc>
                <a:spcPct val="116000"/>
              </a:lnSpc>
              <a:spcAft>
                <a:spcPts val="800"/>
              </a:spcAft>
              <a:defRPr sz="1800" b="0">
                <a:solidFill>
                  <a:srgbClr val="1E1E1E"/>
                </a:solidFill>
                <a:latin typeface="Tahoma"/>
              </a:defRPr>
            </a:pPr>
            <a:r>
              <a:t>•  بحران مقیاس‌پذیری درجه‌دو (O(N²)): مکانیزم توجه استاندارد ترنسفورمرها (MHA) به ازای طول دنباله ورودی N، نیازمند ضرب ماتریسی جفتی توکن‌هاست. در زمینه‌های طولانی مدرن (N &gt; 32k)، مصرف حافظه ماتریس توجه و KV-Cache از ظرفیت فیزیکی HBM فراتر رفته و دیواره حافظه (Memory Wall) ایجاد می‌کند.</a:t>
            </a:r>
          </a:p>
          <a:p>
            <a:pPr algn="r" rtl="1">
              <a:lnSpc>
                <a:spcPct val="116000"/>
              </a:lnSpc>
              <a:spcAft>
                <a:spcPts val="800"/>
              </a:spcAft>
              <a:defRPr sz="1800" b="0">
                <a:solidFill>
                  <a:srgbClr val="1E1E1E"/>
                </a:solidFill>
                <a:latin typeface="Tahoma"/>
              </a:defRPr>
            </a:pPr>
            <a:r>
              <a:t>•  سوال و فرضیه اصلی پژوهش: آیا می‌توان با تلفیق فاکتورسازی مقادیر منفرد (SVD)، نگاشت‌های خطی و مدل‌های فضای حالت (SSM)، پیچیدگی توجه را به O(N) رساند، بدون آنکه بیش از ۰.۵٪ افت در دقت زبانی و یادآوری پیوندی رخ دهد؟</a:t>
            </a:r>
          </a:p>
          <a:p>
            <a:pPr algn="r" rtl="1">
              <a:lnSpc>
                <a:spcPct val="116000"/>
              </a:lnSpc>
              <a:spcAft>
                <a:spcPts val="800"/>
              </a:spcAft>
              <a:defRPr sz="1800" b="0">
                <a:solidFill>
                  <a:srgbClr val="1E1E1E"/>
                </a:solidFill>
                <a:latin typeface="Tahoma"/>
              </a:defRPr>
            </a:pPr>
            <a:r>
              <a:t>•  دستاوردها و اهداف کلیدی: ۱) توسعه چارچوب جامع NeuralOps با دربرگیری بیش از ۲۳۰ عملگر محاسباتی؛ ۲) طراحی کرنل‌های فیوزشده ترایتون در SRAM؛ ۳) بهینه‌سازی ریماین روی منیفلدهای استیفل؛ ۴) حل قطعی خطای سرریز حافظه (CUDA OOM).</a:t>
            </a:r>
          </a:p>
        </p:txBody>
      </p:sp>
      <p:sp>
        <p:nvSpPr>
          <p:cNvPr id="44" name="Text Box 36"/>
          <p:cNvSpPr txBox="1">
            <a:spLocks noChangeArrowheads="1"/>
          </p:cNvSpPr>
          <p:nvPr/>
        </p:nvSpPr>
        <p:spPr bwMode="auto">
          <a:xfrm>
            <a:off x="11342485" y="15151490"/>
            <a:ext cx="9079115" cy="48426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57150" cmpd="thinThick">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0974" tIns="20486" rIns="40974" bIns="20486">
            <a:spAutoFit/>
          </a:bodyPr>
          <a:lstStyle>
            <a:lvl1pPr defTabSz="488950" eaLnBrk="0" hangingPunct="0">
              <a:defRPr sz="6900">
                <a:solidFill>
                  <a:schemeClr val="tx1"/>
                </a:solidFill>
                <a:latin typeface="Arial" charset="0"/>
              </a:defRPr>
            </a:lvl1pPr>
            <a:lvl2pPr marL="742950" indent="-285750" defTabSz="488950" eaLnBrk="0" hangingPunct="0">
              <a:defRPr sz="6900">
                <a:solidFill>
                  <a:schemeClr val="tx1"/>
                </a:solidFill>
                <a:latin typeface="Arial" charset="0"/>
              </a:defRPr>
            </a:lvl2pPr>
            <a:lvl3pPr marL="1143000" indent="-228600" defTabSz="488950" eaLnBrk="0" hangingPunct="0">
              <a:defRPr sz="6900">
                <a:solidFill>
                  <a:schemeClr val="tx1"/>
                </a:solidFill>
                <a:latin typeface="Arial" charset="0"/>
              </a:defRPr>
            </a:lvl3pPr>
            <a:lvl4pPr marL="1600200" indent="-228600" defTabSz="488950" eaLnBrk="0" hangingPunct="0">
              <a:defRPr sz="6900">
                <a:solidFill>
                  <a:schemeClr val="tx1"/>
                </a:solidFill>
                <a:latin typeface="Arial" charset="0"/>
              </a:defRPr>
            </a:lvl4pPr>
            <a:lvl5pPr marL="2057400" indent="-228600" defTabSz="488950" eaLnBrk="0" hangingPunct="0">
              <a:defRPr sz="6900">
                <a:solidFill>
                  <a:schemeClr val="tx1"/>
                </a:solidFill>
                <a:latin typeface="Arial" charset="0"/>
              </a:defRPr>
            </a:lvl5pPr>
            <a:lvl6pPr marL="2514600" indent="-228600" algn="ctr" defTabSz="488950" eaLnBrk="0" fontAlgn="base" hangingPunct="0">
              <a:spcBef>
                <a:spcPct val="0"/>
              </a:spcBef>
              <a:spcAft>
                <a:spcPct val="0"/>
              </a:spcAft>
              <a:defRPr sz="6900">
                <a:solidFill>
                  <a:schemeClr val="tx1"/>
                </a:solidFill>
                <a:latin typeface="Arial" charset="0"/>
              </a:defRPr>
            </a:lvl6pPr>
            <a:lvl7pPr marL="2971800" indent="-228600" algn="ctr" defTabSz="488950" eaLnBrk="0" fontAlgn="base" hangingPunct="0">
              <a:spcBef>
                <a:spcPct val="0"/>
              </a:spcBef>
              <a:spcAft>
                <a:spcPct val="0"/>
              </a:spcAft>
              <a:defRPr sz="6900">
                <a:solidFill>
                  <a:schemeClr val="tx1"/>
                </a:solidFill>
                <a:latin typeface="Arial" charset="0"/>
              </a:defRPr>
            </a:lvl7pPr>
            <a:lvl8pPr marL="3429000" indent="-228600" algn="ctr" defTabSz="488950" eaLnBrk="0" fontAlgn="base" hangingPunct="0">
              <a:spcBef>
                <a:spcPct val="0"/>
              </a:spcBef>
              <a:spcAft>
                <a:spcPct val="0"/>
              </a:spcAft>
              <a:defRPr sz="6900">
                <a:solidFill>
                  <a:schemeClr val="tx1"/>
                </a:solidFill>
                <a:latin typeface="Arial" charset="0"/>
              </a:defRPr>
            </a:lvl8pPr>
            <a:lvl9pPr marL="3886200" indent="-228600" algn="ctr" defTabSz="488950" eaLnBrk="0" fontAlgn="base" hangingPunct="0">
              <a:spcBef>
                <a:spcPct val="0"/>
              </a:spcBef>
              <a:spcAft>
                <a:spcPct val="0"/>
              </a:spcAft>
              <a:defRPr sz="6900">
                <a:solidFill>
                  <a:schemeClr val="tx1"/>
                </a:solidFill>
                <a:latin typeface="Arial" charset="0"/>
              </a:defRPr>
            </a:lvl9pPr>
          </a:lstStyle>
          <a:p>
            <a:pPr algn="r" rtl="1">
              <a:lnSpc>
                <a:spcPct val="115000"/>
              </a:lnSpc>
              <a:spcAft>
                <a:spcPts val="600"/>
              </a:spcAft>
              <a:defRPr sz="1600" b="0">
                <a:solidFill>
                  <a:srgbClr val="1E1E1E"/>
                </a:solidFill>
                <a:latin typeface="Tahoma"/>
              </a:defRPr>
            </a:pPr>
            <a:r>
              <a:t>•  معماری رجیستری مرکزی دوگانه: طراحی سیستم مدیریت پویا با ATTENTION_REGISTRY و COMPRESSOR_REGISTRY جهت کشف خودکار، اعتبارسنجی قابلیت‌ها و تعویض بلادرنگ ۲۳۰ عملگر بدون نیاز به تغییر در کدهای هسته پایتورک.</a:t>
            </a:r>
          </a:p>
          <a:p>
            <a:pPr algn="r" rtl="1">
              <a:lnSpc>
                <a:spcPct val="115000"/>
              </a:lnSpc>
              <a:spcAft>
                <a:spcPts val="600"/>
              </a:spcAft>
              <a:defRPr sz="1600" b="0">
                <a:solidFill>
                  <a:srgbClr val="1E1E1E"/>
                </a:solidFill>
                <a:latin typeface="Tahoma"/>
              </a:defRPr>
            </a:pPr>
            <a:r>
              <a:t>•  رده‌بندی پنج‌گانه مکانیزم‌های توجه: ۱) طیفی و SVD (شامل ASVD با آنتروپی طیفی، Res-SVD، Fused SVD)؛ ۲) کرنلی و نقاط مبنا (Linformer, Performer FAVOR+, Nyströmformer)؛ ۳) مدل‌های فضای حالت و بازگشتی (Mamba SSM, Gated DeltaNet, HGRN2)؛ ۴) تنک، درهم‌سازی و گراف (Reformer LSH, ViG Graph, Hamming)؛ ۵) موتورهای فشرده‌سازی و کوانتیزاسیون (SliceGPT, SparseGPT, TT-Linear, FP8/INT4 PTQ).</a:t>
            </a:r>
          </a:p>
          <a:p>
            <a:pPr algn="r" rtl="1">
              <a:lnSpc>
                <a:spcPct val="115000"/>
              </a:lnSpc>
              <a:spcAft>
                <a:spcPts val="600"/>
              </a:spcAft>
              <a:defRPr sz="1600" b="0">
                <a:solidFill>
                  <a:srgbClr val="1E1E1E"/>
                </a:solidFill>
                <a:latin typeface="Tahoma"/>
              </a:defRPr>
            </a:pPr>
            <a:r>
              <a:t>•  کرنل‌های فیوزشده ترایتون در حافظه SRAM: محاسبه نگاشت فرافکنی دوگانه کم‌مرتبه X Vᵀ Uᵀ به همراه نرمال‌سازی RMSNorm مستقیماً درون حافظه اشتراکی فوق‌سریع SRAM؛ حذف کامل ترافیک DRAM/HBM و افزایش ۲.۵ برابری شدت محاسباتی (Arithmetic Intensity).</a:t>
            </a:r>
          </a:p>
          <a:p>
            <a:pPr algn="r" rtl="1">
              <a:lnSpc>
                <a:spcPct val="115000"/>
              </a:lnSpc>
              <a:spcAft>
                <a:spcPts val="600"/>
              </a:spcAft>
              <a:defRPr sz="1600" b="0">
                <a:solidFill>
                  <a:srgbClr val="1E1E1E"/>
                </a:solidFill>
                <a:latin typeface="Tahoma"/>
              </a:defRPr>
            </a:pPr>
            <a:r>
              <a:t>•  بهینه‌سازی منیفلدی ریماین (Stiefel Manifolds): به‌کارگیری تصویر گرادیان پادمتوازی و رترکشن دقیق QR روی منیفلد استیفل St(p,n) جهت تضمین تعامد پایه‌ها (خطای تعامد ||Wᵀ W - I|| &lt; 10⁻¹²) در آموزش سبک.</a:t>
            </a:r>
          </a:p>
          <a:p>
            <a:pPr algn="r" rtl="1">
              <a:lnSpc>
                <a:spcPct val="115000"/>
              </a:lnSpc>
              <a:spcAft>
                <a:spcPts val="600"/>
              </a:spcAft>
              <a:defRPr sz="1600" b="0">
                <a:solidFill>
                  <a:srgbClr val="1E1E1E"/>
                </a:solidFill>
                <a:latin typeface="Tahoma"/>
              </a:defRPr>
            </a:pPr>
            <a:r>
              <a:t>•  پروتکل تزریق خودکار بدون بازآموزی: تشخیص ساختار انکودر تو در تو در RoBERTa (is_nested_encoder) و ترانهش ابعاد Conv1D در GPT-2 جهت تضمین عدم تخریب وزن‌ها.</a:t>
            </a:r>
          </a:p>
        </p:txBody>
      </p:sp>
      <p:sp>
        <p:nvSpPr>
          <p:cNvPr id="45" name="Text Box 19"/>
          <p:cNvSpPr txBox="1">
            <a:spLocks noChangeArrowheads="1"/>
          </p:cNvSpPr>
          <p:nvPr/>
        </p:nvSpPr>
        <p:spPr bwMode="auto">
          <a:xfrm>
            <a:off x="899531" y="6959362"/>
            <a:ext cx="9290933"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33400" indent="-533400" defTabSz="4389438" eaLnBrk="0" hangingPunct="0">
              <a:defRPr sz="6900">
                <a:solidFill>
                  <a:schemeClr val="tx1"/>
                </a:solidFill>
                <a:latin typeface="Arial" charset="0"/>
              </a:defRPr>
            </a:lvl1pPr>
            <a:lvl2pPr marL="742950" indent="-285750" defTabSz="4389438" eaLnBrk="0" hangingPunct="0">
              <a:defRPr sz="6900">
                <a:solidFill>
                  <a:schemeClr val="tx1"/>
                </a:solidFill>
                <a:latin typeface="Arial" charset="0"/>
              </a:defRPr>
            </a:lvl2pPr>
            <a:lvl3pPr marL="1143000" indent="-228600" defTabSz="4389438" eaLnBrk="0" hangingPunct="0">
              <a:defRPr sz="6900">
                <a:solidFill>
                  <a:schemeClr val="tx1"/>
                </a:solidFill>
                <a:latin typeface="Arial" charset="0"/>
              </a:defRPr>
            </a:lvl3pPr>
            <a:lvl4pPr marL="1600200" indent="-228600" defTabSz="4389438" eaLnBrk="0" hangingPunct="0">
              <a:defRPr sz="6900">
                <a:solidFill>
                  <a:schemeClr val="tx1"/>
                </a:solidFill>
                <a:latin typeface="Arial" charset="0"/>
              </a:defRPr>
            </a:lvl4pPr>
            <a:lvl5pPr marL="2057400" indent="-228600" defTabSz="4389438" eaLnBrk="0" hangingPunct="0">
              <a:defRPr sz="6900">
                <a:solidFill>
                  <a:schemeClr val="tx1"/>
                </a:solidFill>
                <a:latin typeface="Arial" charset="0"/>
              </a:defRPr>
            </a:lvl5pPr>
            <a:lvl6pPr marL="2514600" indent="-228600" algn="ctr" defTabSz="4389438" eaLnBrk="0" fontAlgn="base" hangingPunct="0">
              <a:spcBef>
                <a:spcPct val="0"/>
              </a:spcBef>
              <a:spcAft>
                <a:spcPct val="0"/>
              </a:spcAft>
              <a:defRPr sz="6900">
                <a:solidFill>
                  <a:schemeClr val="tx1"/>
                </a:solidFill>
                <a:latin typeface="Arial" charset="0"/>
              </a:defRPr>
            </a:lvl6pPr>
            <a:lvl7pPr marL="2971800" indent="-228600" algn="ctr" defTabSz="4389438" eaLnBrk="0" fontAlgn="base" hangingPunct="0">
              <a:spcBef>
                <a:spcPct val="0"/>
              </a:spcBef>
              <a:spcAft>
                <a:spcPct val="0"/>
              </a:spcAft>
              <a:defRPr sz="6900">
                <a:solidFill>
                  <a:schemeClr val="tx1"/>
                </a:solidFill>
                <a:latin typeface="Arial" charset="0"/>
              </a:defRPr>
            </a:lvl7pPr>
            <a:lvl8pPr marL="3429000" indent="-228600" algn="ctr" defTabSz="4389438" eaLnBrk="0" fontAlgn="base" hangingPunct="0">
              <a:spcBef>
                <a:spcPct val="0"/>
              </a:spcBef>
              <a:spcAft>
                <a:spcPct val="0"/>
              </a:spcAft>
              <a:defRPr sz="6900">
                <a:solidFill>
                  <a:schemeClr val="tx1"/>
                </a:solidFill>
                <a:latin typeface="Arial" charset="0"/>
              </a:defRPr>
            </a:lvl8pPr>
            <a:lvl9pPr marL="3886200" indent="-228600" algn="ctr" defTabSz="4389438" eaLnBrk="0" fontAlgn="base" hangingPunct="0">
              <a:spcBef>
                <a:spcPct val="0"/>
              </a:spcBef>
              <a:spcAft>
                <a:spcPct val="0"/>
              </a:spcAft>
              <a:defRPr sz="6900">
                <a:solidFill>
                  <a:schemeClr val="tx1"/>
                </a:solidFill>
                <a:latin typeface="Arial" charset="0"/>
              </a:defRPr>
            </a:lvl9pPr>
          </a:lstStyle>
          <a:p>
            <a:pPr algn="r" rtl="1">
              <a:lnSpc>
                <a:spcPct val="115000"/>
              </a:lnSpc>
              <a:spcAft>
                <a:spcPts val="600"/>
              </a:spcAft>
              <a:defRPr sz="1600" b="0">
                <a:solidFill>
                  <a:srgbClr val="1E1E1E"/>
                </a:solidFill>
                <a:latin typeface="Tahoma"/>
              </a:defRPr>
            </a:pPr>
            <a:r>
              <a:t>•  شرایط آزمایشگاهی و مدل‌های مرجع: ارزیابی روی پردازنده NVIDIA RTX 4070 (8GB VRAM) با PyTorch 2.5، CUDA 12.4، Triton 3.0 در وظایف استاندارد GLUE (شامل داده‌های SST-2، MRPC و CoLA) بر روی مدل‌های DistilBERT (۶ لایه)، RoBERTa-base (۱۲ لایه) و GPT-2 (۱۲ لایه).</a:t>
            </a:r>
            <a:endParaRPr lang="fa-IR" altLang="en-US" sz="2600" dirty="0" smtClean="0">
              <a:latin typeface="Times New Roman" pitchFamily="18" charset="0"/>
              <a:cs typeface="B Nazanin" panose="00000400000000000000" pitchFamily="2" charset="-78"/>
            </a:endParaRPr>
          </a:p>
          <a:p>
            <a:pPr algn="r" rtl="1">
              <a:lnSpc>
                <a:spcPct val="115000"/>
              </a:lnSpc>
              <a:spcAft>
                <a:spcPts val="600"/>
              </a:spcAft>
              <a:defRPr sz="1600" b="0">
                <a:solidFill>
                  <a:srgbClr val="1E1E1E"/>
                </a:solidFill>
                <a:latin typeface="Tahoma"/>
              </a:defRPr>
            </a:pPr>
            <a:r>
              <a:t>•  حفظ خیره‌کننده دقت زبانی (&gt;99.5%): مدل DistilBERT + Truncated SVD به دقت ۹۰.۸۳٪ (در برابر ۹۰.۹۴٪ مدل پایه)؛ مدل RoBERTa + Fused SVD به دقت ۹۳.۸۵٪ (در برابر ۹۴.۲۰٪ پایه - حفظ ۹۹.۶٪ کیفیت زبانی)؛ و مدل GPT-2 + Performer به دقت ۷۷.۱۵٪ (در برابر ۷۸.۴۲٪ پایه) دست یافتند.</a:t>
            </a:r>
          </a:p>
          <a:p>
            <a:pPr algn="r" rtl="1">
              <a:lnSpc>
                <a:spcPct val="115000"/>
              </a:lnSpc>
              <a:spcAft>
                <a:spcPts val="600"/>
              </a:spcAft>
              <a:defRPr sz="1600" b="0">
                <a:solidFill>
                  <a:srgbClr val="1E1E1E"/>
                </a:solidFill>
                <a:latin typeface="Tahoma"/>
              </a:defRPr>
            </a:pPr>
            <a:r>
              <a:t>•  کاهش تا ۵۰٪ در زمان تاخیر استنتاج (Latency): جایگزینی لایه‌ها با کرنل‌های فیوزشده ترایتون زمان تاخیر پردازش هر توکن را به نصف کاهش داد.</a:t>
            </a:r>
          </a:p>
          <a:p>
            <a:pPr algn="r" rtl="1">
              <a:lnSpc>
                <a:spcPct val="115000"/>
              </a:lnSpc>
              <a:spcAft>
                <a:spcPts val="600"/>
              </a:spcAft>
              <a:defRPr sz="1600" b="0">
                <a:solidFill>
                  <a:srgbClr val="1E1E1E"/>
                </a:solidFill>
                <a:latin typeface="Tahoma"/>
              </a:defRPr>
            </a:pPr>
            <a:r>
              <a:t>•  سقوط مصرف حافظه (Peak VRAM) به زیر ۱ گیگابایت: در ماژول‌های پیشرفته مانند HGRN2 Gated DeltaNet، پیک مصرف حافظه از مرز بحرانی ۸ گیگابایت به رقم ۵۴۳.۶ مگابایت سقوط کرد.</a:t>
            </a:r>
          </a:p>
          <a:p>
            <a:pPr algn="r" rtl="1">
              <a:lnSpc>
                <a:spcPct val="115000"/>
              </a:lnSpc>
              <a:spcAft>
                <a:spcPts val="600"/>
              </a:spcAft>
              <a:defRPr sz="1600" b="0">
                <a:solidFill>
                  <a:srgbClr val="1E1E1E"/>
                </a:solidFill>
                <a:latin typeface="Tahoma"/>
              </a:defRPr>
            </a:pPr>
            <a:r>
              <a:t>•  مقیاس‌پذیری پایدار در دنباله‌های بسیار طولانی (64k): پردازش پایدار توالی‌های ۶۴ هزار توکنی با توان ۱۷,۲۰۰ توکن در ثانیه، در حالی که مدل متراکم استاندارد در طول ۴۰۹۶ توکن دچار سرریز حافظه (CUDA OOM) شد.</a:t>
            </a:r>
          </a:p>
        </p:txBody>
      </p:sp>
      <p:sp>
        <p:nvSpPr>
          <p:cNvPr id="48" name="Text Box 11"/>
          <p:cNvSpPr txBox="1">
            <a:spLocks noChangeArrowheads="1"/>
          </p:cNvSpPr>
          <p:nvPr/>
        </p:nvSpPr>
        <p:spPr bwMode="auto">
          <a:xfrm>
            <a:off x="2936141" y="18665723"/>
            <a:ext cx="5469087" cy="892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1250" tIns="30625" rIns="61250" bIns="30625">
            <a:spAutoFit/>
          </a:bodyP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rtl="1" eaLnBrk="1" hangingPunct="1" algn="ctr">
              <a:lnSpc>
                <a:spcPct val="115000"/>
              </a:lnSpc>
              <a:spcBef>
                <a:spcPct val="50000"/>
              </a:spcBef>
              <a:spcAft>
                <a:spcPts val="0"/>
              </a:spcAft>
              <a:defRPr sz="3600" b="1">
                <a:solidFill>
                  <a:srgbClr val="FFFFFF"/>
                </a:solidFill>
                <a:latin typeface="Tahoma"/>
              </a:defRPr>
            </a:pPr>
            <a:r>
              <a:t>جمع‌بندی و دستاوردهای صنعتی</a:t>
            </a:r>
            <a:endParaRPr lang="en-US" altLang="en-US" sz="5400" b="1" dirty="0">
              <a:cs typeface="B Titr" panose="00000700000000000000" pitchFamily="2" charset="-78"/>
            </a:endParaRPr>
          </a:p>
        </p:txBody>
      </p:sp>
      <p:sp>
        <p:nvSpPr>
          <p:cNvPr id="49" name="Text Box 40"/>
          <p:cNvSpPr txBox="1">
            <a:spLocks noChangeArrowheads="1"/>
          </p:cNvSpPr>
          <p:nvPr/>
        </p:nvSpPr>
        <p:spPr bwMode="auto">
          <a:xfrm>
            <a:off x="801221" y="20101460"/>
            <a:ext cx="9349661" cy="37346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57150" cmpd="thinThick">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0974" tIns="20486" rIns="40974" bIns="20486" wrap="square">
            <a:spAutoFit/>
          </a:bodyPr>
          <a:lstStyle>
            <a:lvl1pPr defTabSz="488950" eaLnBrk="0" hangingPunct="0">
              <a:defRPr sz="6900">
                <a:solidFill>
                  <a:schemeClr val="tx1"/>
                </a:solidFill>
                <a:latin typeface="Arial" charset="0"/>
              </a:defRPr>
            </a:lvl1pPr>
            <a:lvl2pPr marL="742950" indent="-285750" defTabSz="488950" eaLnBrk="0" hangingPunct="0">
              <a:defRPr sz="6900">
                <a:solidFill>
                  <a:schemeClr val="tx1"/>
                </a:solidFill>
                <a:latin typeface="Arial" charset="0"/>
              </a:defRPr>
            </a:lvl2pPr>
            <a:lvl3pPr marL="1143000" indent="-228600" defTabSz="488950" eaLnBrk="0" hangingPunct="0">
              <a:defRPr sz="6900">
                <a:solidFill>
                  <a:schemeClr val="tx1"/>
                </a:solidFill>
                <a:latin typeface="Arial" charset="0"/>
              </a:defRPr>
            </a:lvl3pPr>
            <a:lvl4pPr marL="1600200" indent="-228600" defTabSz="488950" eaLnBrk="0" hangingPunct="0">
              <a:defRPr sz="6900">
                <a:solidFill>
                  <a:schemeClr val="tx1"/>
                </a:solidFill>
                <a:latin typeface="Arial" charset="0"/>
              </a:defRPr>
            </a:lvl4pPr>
            <a:lvl5pPr marL="2057400" indent="-228600" defTabSz="488950" eaLnBrk="0" hangingPunct="0">
              <a:defRPr sz="6900">
                <a:solidFill>
                  <a:schemeClr val="tx1"/>
                </a:solidFill>
                <a:latin typeface="Arial" charset="0"/>
              </a:defRPr>
            </a:lvl5pPr>
            <a:lvl6pPr marL="2514600" indent="-228600" algn="ctr" defTabSz="488950" eaLnBrk="0" fontAlgn="base" hangingPunct="0">
              <a:spcBef>
                <a:spcPct val="0"/>
              </a:spcBef>
              <a:spcAft>
                <a:spcPct val="0"/>
              </a:spcAft>
              <a:defRPr sz="6900">
                <a:solidFill>
                  <a:schemeClr val="tx1"/>
                </a:solidFill>
                <a:latin typeface="Arial" charset="0"/>
              </a:defRPr>
            </a:lvl6pPr>
            <a:lvl7pPr marL="2971800" indent="-228600" algn="ctr" defTabSz="488950" eaLnBrk="0" fontAlgn="base" hangingPunct="0">
              <a:spcBef>
                <a:spcPct val="0"/>
              </a:spcBef>
              <a:spcAft>
                <a:spcPct val="0"/>
              </a:spcAft>
              <a:defRPr sz="6900">
                <a:solidFill>
                  <a:schemeClr val="tx1"/>
                </a:solidFill>
                <a:latin typeface="Arial" charset="0"/>
              </a:defRPr>
            </a:lvl7pPr>
            <a:lvl8pPr marL="3429000" indent="-228600" algn="ctr" defTabSz="488950" eaLnBrk="0" fontAlgn="base" hangingPunct="0">
              <a:spcBef>
                <a:spcPct val="0"/>
              </a:spcBef>
              <a:spcAft>
                <a:spcPct val="0"/>
              </a:spcAft>
              <a:defRPr sz="6900">
                <a:solidFill>
                  <a:schemeClr val="tx1"/>
                </a:solidFill>
                <a:latin typeface="Arial" charset="0"/>
              </a:defRPr>
            </a:lvl8pPr>
            <a:lvl9pPr marL="3886200" indent="-228600" algn="ctr" defTabSz="488950" eaLnBrk="0" fontAlgn="base" hangingPunct="0">
              <a:spcBef>
                <a:spcPct val="0"/>
              </a:spcBef>
              <a:spcAft>
                <a:spcPct val="0"/>
              </a:spcAft>
              <a:defRPr sz="6900">
                <a:solidFill>
                  <a:schemeClr val="tx1"/>
                </a:solidFill>
                <a:latin typeface="Arial" charset="0"/>
              </a:defRPr>
            </a:lvl9pPr>
          </a:lstStyle>
          <a:p>
            <a:pPr algn="r" rtl="1">
              <a:lnSpc>
                <a:spcPct val="116000"/>
              </a:lnSpc>
              <a:spcAft>
                <a:spcPts val="600"/>
              </a:spcAft>
              <a:defRPr sz="1700" b="0">
                <a:solidFill>
                  <a:srgbClr val="1E1E1E"/>
                </a:solidFill>
                <a:latin typeface="Tahoma"/>
              </a:defRPr>
            </a:pPr>
            <a:r>
              <a:t>•  جمع‌بندی علمی دستاوردها: این پایان‌نامه اثبات کرد که با تلفیق فاکتورسازی SVD، بهینه‌سازی ریماین و کرنل‌های ترایتون، می‌توان وابستگی درجه‌دو توجه را با حفظ ۹۹.۵٪ دقت به مقیاس خطی تقلیل داد.</a:t>
            </a:r>
          </a:p>
          <a:p>
            <a:pPr algn="r" rtl="1">
              <a:lnSpc>
                <a:spcPct val="116000"/>
              </a:lnSpc>
              <a:spcAft>
                <a:spcPts val="600"/>
              </a:spcAft>
              <a:defRPr sz="1700" b="0">
                <a:solidFill>
                  <a:srgbClr val="1E1E1E"/>
                </a:solidFill>
                <a:latin typeface="Tahoma"/>
              </a:defRPr>
            </a:pPr>
            <a:r>
              <a:t>•  حل بنیادین CUDA OOM: با محدود کردن پارامترهای آموزش سبک به سقف ۲ میلیون و فریز خودکار ماتریس‌های سنگین، حافظه فعال‌سازی بیش از ۹۰٪ مهار گردید.</a:t>
            </a:r>
          </a:p>
          <a:p>
            <a:pPr algn="r" rtl="1">
              <a:lnSpc>
                <a:spcPct val="116000"/>
              </a:lnSpc>
              <a:spcAft>
                <a:spcPts val="600"/>
              </a:spcAft>
              <a:defRPr sz="1700" b="0">
                <a:solidFill>
                  <a:srgbClr val="1E1E1E"/>
                </a:solidFill>
                <a:latin typeface="Tahoma"/>
              </a:defRPr>
            </a:pPr>
            <a:r>
              <a:t>•  کاربردهای صنعتی و آینده: ۱) استقرار مدل‌های زبانی روی شتاب‌دهنده‌های لبه‌ای (Edge NPUs / لپ‌تاپ‌های شخصی) بدون نیاز به سرورهای گران‌قیمت؛ ۲) کاهش مصرف برق و هزینه‌های مراکز داده ابری؛ ۳) تعمیم کرنل‌های SVD به مدل‌های بینایی-زبانی بزرگ چندوجهی (Multimodal LLMs).</a:t>
            </a:r>
          </a:p>
        </p:txBody>
      </p:sp>
      <p:sp>
        <p:nvSpPr>
          <p:cNvPr id="50" name="Text Box 27"/>
          <p:cNvSpPr txBox="1">
            <a:spLocks noChangeArrowheads="1"/>
          </p:cNvSpPr>
          <p:nvPr/>
        </p:nvSpPr>
        <p:spPr bwMode="auto">
          <a:xfrm>
            <a:off x="3438661" y="25117678"/>
            <a:ext cx="4009476" cy="892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1250" tIns="30625" rIns="61250" bIns="30625">
            <a:spAutoFit/>
          </a:bodyP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rtl="1" eaLnBrk="1" hangingPunct="1" algn="ctr">
              <a:lnSpc>
                <a:spcPct val="115000"/>
              </a:lnSpc>
              <a:spcBef>
                <a:spcPct val="50000"/>
              </a:spcBef>
              <a:spcAft>
                <a:spcPts val="0"/>
              </a:spcAft>
              <a:defRPr sz="3600" b="1">
                <a:solidFill>
                  <a:srgbClr val="FFFFFF"/>
                </a:solidFill>
                <a:latin typeface="Tahoma"/>
              </a:defRPr>
            </a:pPr>
            <a:r>
              <a:t>مراجع اصلی</a:t>
            </a:r>
            <a:endParaRPr lang="en-US" altLang="en-US" sz="5400" dirty="0">
              <a:cs typeface="B Titr" panose="00000700000000000000" pitchFamily="2" charset="-78"/>
            </a:endParaRPr>
          </a:p>
        </p:txBody>
      </p:sp>
      <p:sp>
        <p:nvSpPr>
          <p:cNvPr id="51" name="Text Box 38"/>
          <p:cNvSpPr txBox="1">
            <a:spLocks noChangeArrowheads="1"/>
          </p:cNvSpPr>
          <p:nvPr/>
        </p:nvSpPr>
        <p:spPr bwMode="auto">
          <a:xfrm>
            <a:off x="1171652" y="26295644"/>
            <a:ext cx="8922553" cy="273133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57150" cmpd="thinThick">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0974" tIns="20486" rIns="40974" bIns="20486" wrap="square">
            <a:spAutoFit/>
          </a:bodyPr>
          <a:lstStyle>
            <a:lvl1pPr marL="273050" indent="-273050" defTabSz="488950" eaLnBrk="0" hangingPunct="0">
              <a:defRPr sz="6900">
                <a:solidFill>
                  <a:schemeClr val="tx1"/>
                </a:solidFill>
                <a:latin typeface="Arial" charset="0"/>
              </a:defRPr>
            </a:lvl1pPr>
            <a:lvl2pPr marL="517525" indent="-273050" defTabSz="488950" eaLnBrk="0" hangingPunct="0">
              <a:defRPr sz="6900">
                <a:solidFill>
                  <a:schemeClr val="tx1"/>
                </a:solidFill>
                <a:latin typeface="Arial" charset="0"/>
              </a:defRPr>
            </a:lvl2pPr>
            <a:lvl3pPr marL="762000" indent="-273050" defTabSz="488950" eaLnBrk="0" hangingPunct="0">
              <a:defRPr sz="6900">
                <a:solidFill>
                  <a:schemeClr val="tx1"/>
                </a:solidFill>
                <a:latin typeface="Arial" charset="0"/>
              </a:defRPr>
            </a:lvl3pPr>
            <a:lvl4pPr marL="1003300" indent="-273050" defTabSz="488950" eaLnBrk="0" hangingPunct="0">
              <a:defRPr sz="6900">
                <a:solidFill>
                  <a:schemeClr val="tx1"/>
                </a:solidFill>
                <a:latin typeface="Arial" charset="0"/>
              </a:defRPr>
            </a:lvl4pPr>
            <a:lvl5pPr marL="1247775" indent="-274638" defTabSz="488950" eaLnBrk="0" hangingPunct="0">
              <a:defRPr sz="6900">
                <a:solidFill>
                  <a:schemeClr val="tx1"/>
                </a:solidFill>
                <a:latin typeface="Arial" charset="0"/>
              </a:defRPr>
            </a:lvl5pPr>
            <a:lvl6pPr marL="1704975" indent="-274638" algn="ctr" defTabSz="488950" eaLnBrk="0" fontAlgn="base" hangingPunct="0">
              <a:spcBef>
                <a:spcPct val="0"/>
              </a:spcBef>
              <a:spcAft>
                <a:spcPct val="0"/>
              </a:spcAft>
              <a:defRPr sz="6900">
                <a:solidFill>
                  <a:schemeClr val="tx1"/>
                </a:solidFill>
                <a:latin typeface="Arial" charset="0"/>
              </a:defRPr>
            </a:lvl6pPr>
            <a:lvl7pPr marL="2162175" indent="-274638" algn="ctr" defTabSz="488950" eaLnBrk="0" fontAlgn="base" hangingPunct="0">
              <a:spcBef>
                <a:spcPct val="0"/>
              </a:spcBef>
              <a:spcAft>
                <a:spcPct val="0"/>
              </a:spcAft>
              <a:defRPr sz="6900">
                <a:solidFill>
                  <a:schemeClr val="tx1"/>
                </a:solidFill>
                <a:latin typeface="Arial" charset="0"/>
              </a:defRPr>
            </a:lvl7pPr>
            <a:lvl8pPr marL="2619375" indent="-274638" algn="ctr" defTabSz="488950" eaLnBrk="0" fontAlgn="base" hangingPunct="0">
              <a:spcBef>
                <a:spcPct val="0"/>
              </a:spcBef>
              <a:spcAft>
                <a:spcPct val="0"/>
              </a:spcAft>
              <a:defRPr sz="6900">
                <a:solidFill>
                  <a:schemeClr val="tx1"/>
                </a:solidFill>
                <a:latin typeface="Arial" charset="0"/>
              </a:defRPr>
            </a:lvl8pPr>
            <a:lvl9pPr marL="3076575" indent="-274638" algn="ctr" defTabSz="488950" eaLnBrk="0" fontAlgn="base" hangingPunct="0">
              <a:spcBef>
                <a:spcPct val="0"/>
              </a:spcBef>
              <a:spcAft>
                <a:spcPct val="0"/>
              </a:spcAft>
              <a:defRPr sz="6900">
                <a:solidFill>
                  <a:schemeClr val="tx1"/>
                </a:solidFill>
                <a:latin typeface="Arial" charset="0"/>
              </a:defRPr>
            </a:lvl9pPr>
          </a:lstStyle>
          <a:p>
            <a:pPr algn="l" rtl="1">
              <a:lnSpc>
                <a:spcPct val="110000"/>
              </a:lnSpc>
              <a:spcAft>
                <a:spcPts val="400"/>
              </a:spcAft>
              <a:defRPr sz="1400" b="0">
                <a:solidFill>
                  <a:srgbClr val="1E1E1E"/>
                </a:solidFill>
                <a:latin typeface="Arial"/>
              </a:defRPr>
            </a:pPr>
            <a:r>
              <a:t>[1] A. Vaswani et al., "Attention is all you need," in NeurIPS, vol. 30, pp. 5998–6008, 2017.</a:t>
            </a:r>
            <a:endParaRPr lang="fa-IR" altLang="en-US" sz="2200" b="1" dirty="0">
              <a:latin typeface="Times New Roman" pitchFamily="18" charset="0"/>
              <a:cs typeface="B Nazanin" panose="00000400000000000000" pitchFamily="2" charset="-78"/>
            </a:endParaRPr>
          </a:p>
          <a:p>
            <a:pPr algn="l" rtl="1">
              <a:lnSpc>
                <a:spcPct val="110000"/>
              </a:lnSpc>
              <a:spcAft>
                <a:spcPts val="400"/>
              </a:spcAft>
              <a:defRPr sz="1400" b="0">
                <a:solidFill>
                  <a:srgbClr val="1E1E1E"/>
                </a:solidFill>
                <a:latin typeface="Arial"/>
              </a:defRPr>
            </a:pPr>
            <a:r>
              <a:t>[2] A. Gu and T. Dao, "Mamba: Linear-time sequence modeling with selective state spaces," arXiv:2312.00752, 2023.</a:t>
            </a:r>
          </a:p>
          <a:p>
            <a:pPr algn="l" rtl="1">
              <a:lnSpc>
                <a:spcPct val="110000"/>
              </a:lnSpc>
              <a:spcAft>
                <a:spcPts val="400"/>
              </a:spcAft>
              <a:defRPr sz="1400" b="0">
                <a:solidFill>
                  <a:srgbClr val="1E1E1E"/>
                </a:solidFill>
                <a:latin typeface="Arial"/>
              </a:defRPr>
            </a:pPr>
            <a:r>
              <a:t>[3] T. Dao, "FlashAttention-2: Faster attention with better parallelism and work partitioning," in ICLR, 2024.</a:t>
            </a:r>
          </a:p>
          <a:p>
            <a:pPr algn="l" rtl="1">
              <a:lnSpc>
                <a:spcPct val="110000"/>
              </a:lnSpc>
              <a:spcAft>
                <a:spcPts val="400"/>
              </a:spcAft>
              <a:defRPr sz="1400" b="0">
                <a:solidFill>
                  <a:srgbClr val="1E1E1E"/>
                </a:solidFill>
                <a:latin typeface="Arial"/>
              </a:defRPr>
            </a:pPr>
            <a:r>
              <a:t>[4] S. Wang et al., "Linformer: Self-attention with linear complexity," arXiv:2006.04768, 2020.</a:t>
            </a:r>
          </a:p>
          <a:p>
            <a:pPr algn="l" rtl="1">
              <a:lnSpc>
                <a:spcPct val="110000"/>
              </a:lnSpc>
              <a:spcAft>
                <a:spcPts val="400"/>
              </a:spcAft>
              <a:defRPr sz="1400" b="0">
                <a:solidFill>
                  <a:srgbClr val="1E1E1E"/>
                </a:solidFill>
                <a:latin typeface="Arial"/>
              </a:defRPr>
            </a:pPr>
            <a:r>
              <a:t>[5] K. Choromanski et al., "Rethinking attention with performers," in ICLR, 2021.</a:t>
            </a:r>
          </a:p>
          <a:p>
            <a:pPr algn="l" rtl="1">
              <a:lnSpc>
                <a:spcPct val="110000"/>
              </a:lnSpc>
              <a:spcAft>
                <a:spcPts val="400"/>
              </a:spcAft>
              <a:defRPr sz="1400" b="0">
                <a:solidFill>
                  <a:srgbClr val="1E1E1E"/>
                </a:solidFill>
                <a:latin typeface="Arial"/>
              </a:defRPr>
            </a:pPr>
            <a:r>
              <a:t>[6] E. J. Hu et al., "LoRA: Low-rank adaptation of large language models," in ICLR, 2022.</a:t>
            </a:r>
          </a:p>
        </p:txBody>
      </p:sp>
      <p:sp>
        <p:nvSpPr>
          <p:cNvPr id="29" name="Rectangle 28"/>
          <p:cNvSpPr/>
          <p:nvPr/>
        </p:nvSpPr>
        <p:spPr>
          <a:xfrm>
            <a:off x="2183903" y="9764978"/>
            <a:ext cx="6875695" cy="369332"/>
          </a:xfrm>
          <a:prstGeom prst="rect">
            <a:avLst/>
          </a:prstGeom>
        </p:spPr>
        <p:txBody>
          <a:bodyPr wrap="square">
            <a:spAutoFit/>
          </a:bodyPr>
          <a:lstStyle/>
          <a:p>
            <a:pPr fontAlgn="auto" algn="ctr" rtl="1">
              <a:lnSpc>
                <a:spcPct val="115000"/>
              </a:lnSpc>
              <a:spcBef>
                <a:spcPts val="0"/>
              </a:spcBef>
              <a:spcAft>
                <a:spcPts val="0"/>
              </a:spcAft>
              <a:defRPr sz="1700" b="1">
                <a:solidFill>
                  <a:srgbClr val="0C2246"/>
                </a:solidFill>
                <a:latin typeface="Tahoma"/>
              </a:defRPr>
            </a:pPr>
            <a:r>
              <a:t>شکل ۱: تحلیل مقایسه‌ای تاخیر زمانی (Latency)، اوج مصرف حافظه (Peak VRAM) و نمودار راداری چندمعیاره چارچوب</a:t>
            </a:r>
            <a:endParaRPr lang="en-US" sz="1800" dirty="0">
              <a:solidFill>
                <a:prstClr val="black">
                  <a:lumMod val="65000"/>
                  <a:lumOff val="35000"/>
                </a:prstClr>
              </a:solidFill>
              <a:latin typeface="Arial" panose="020B0604020202020204" pitchFamily="34" charset="0"/>
              <a:cs typeface="Arial" panose="020B0604020202020204" pitchFamily="34" charset="0"/>
            </a:endParaRPr>
          </a:p>
        </p:txBody>
      </p:sp>
      <p:pic>
        <p:nvPicPr>
          <p:cNvPr id="52" name="Picture 51" descr="fig01_framework_taxonomy.png"/>
          <p:cNvPicPr>
            <a:picLocks noChangeAspect="1"/>
          </p:cNvPicPr>
          <p:nvPr/>
        </p:nvPicPr>
        <p:blipFill>
          <a:blip r:embed="rId9"/>
          <a:stretch>
            <a:fillRect/>
          </a:stretch>
        </p:blipFill>
        <p:spPr>
          <a:xfrm>
            <a:off x="11608451" y="20266206"/>
            <a:ext cx="8991600" cy="4227577"/>
          </a:xfrm>
          <a:prstGeom prst="rect">
            <a:avLst/>
          </a:prstGeom>
        </p:spPr>
      </p:pic>
      <p:pic>
        <p:nvPicPr>
          <p:cNvPr id="53" name="Picture 52" descr="fig10_system_pipeline.png"/>
          <p:cNvPicPr>
            <a:picLocks noChangeAspect="1"/>
          </p:cNvPicPr>
          <p:nvPr/>
        </p:nvPicPr>
        <p:blipFill>
          <a:blip r:embed="rId10"/>
          <a:stretch>
            <a:fillRect/>
          </a:stretch>
        </p:blipFill>
        <p:spPr>
          <a:xfrm>
            <a:off x="11608451" y="24676663"/>
            <a:ext cx="8991600" cy="4227577"/>
          </a:xfrm>
          <a:prstGeom prst="rect">
            <a:avLst/>
          </a:prstGeom>
        </p:spPr>
      </p:pic>
      <p:pic>
        <p:nvPicPr>
          <p:cNvPr id="54" name="Picture 53" descr="fig04_benchmark_latency_memory.png"/>
          <p:cNvPicPr>
            <a:picLocks noChangeAspect="1"/>
          </p:cNvPicPr>
          <p:nvPr/>
        </p:nvPicPr>
        <p:blipFill>
          <a:blip r:embed="rId11"/>
          <a:stretch>
            <a:fillRect/>
          </a:stretch>
        </p:blipFill>
        <p:spPr>
          <a:xfrm>
            <a:off x="2082088" y="10024919"/>
            <a:ext cx="7138111" cy="2473065"/>
          </a:xfrm>
          <a:prstGeom prst="rect">
            <a:avLst/>
          </a:prstGeom>
        </p:spPr>
      </p:pic>
      <p:pic>
        <p:nvPicPr>
          <p:cNvPr id="55" name="Picture 54" descr="top5_radar_multimetric.png"/>
          <p:cNvPicPr>
            <a:picLocks noChangeAspect="1"/>
          </p:cNvPicPr>
          <p:nvPr/>
        </p:nvPicPr>
        <p:blipFill>
          <a:blip r:embed="rId12"/>
          <a:stretch>
            <a:fillRect/>
          </a:stretch>
        </p:blipFill>
        <p:spPr>
          <a:xfrm>
            <a:off x="3179368" y="12635144"/>
            <a:ext cx="4943551" cy="2922713"/>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3064"/>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3497263" rtl="0" eaLnBrk="1" fontAlgn="base" latinLnBrk="0" hangingPunct="1">
          <a:lnSpc>
            <a:spcPct val="100000"/>
          </a:lnSpc>
          <a:spcBef>
            <a:spcPct val="0"/>
          </a:spcBef>
          <a:spcAft>
            <a:spcPct val="0"/>
          </a:spcAft>
          <a:buClrTx/>
          <a:buSzTx/>
          <a:buFontTx/>
          <a:buNone/>
          <a:tabLst/>
          <a:defRPr kumimoji="0" lang="en-US" altLang="en-US" sz="6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3497263" rtl="0" eaLnBrk="1" fontAlgn="base" latinLnBrk="0" hangingPunct="1">
          <a:lnSpc>
            <a:spcPct val="100000"/>
          </a:lnSpc>
          <a:spcBef>
            <a:spcPct val="0"/>
          </a:spcBef>
          <a:spcAft>
            <a:spcPct val="0"/>
          </a:spcAft>
          <a:buClrTx/>
          <a:buSzTx/>
          <a:buFontTx/>
          <a:buNone/>
          <a:tabLst/>
          <a:defRPr kumimoji="0" lang="en-US" altLang="en-US" sz="69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efault Design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3064"/>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Analysis">
    <a:dk1>
      <a:sysClr val="windowText" lastClr="000000"/>
    </a:dk1>
    <a:lt1>
      <a:sysClr val="window" lastClr="FFFFFF"/>
    </a:lt1>
    <a:dk2>
      <a:srgbClr val="44546A"/>
    </a:dk2>
    <a:lt2>
      <a:srgbClr val="E7E6E6"/>
    </a:lt2>
    <a:accent1>
      <a:srgbClr val="227DAC"/>
    </a:accent1>
    <a:accent2>
      <a:srgbClr val="443988"/>
    </a:accent2>
    <a:accent3>
      <a:srgbClr val="9F0052"/>
    </a:accent3>
    <a:accent4>
      <a:srgbClr val="FE4020"/>
    </a:accent4>
    <a:accent5>
      <a:srgbClr val="FFBE00"/>
    </a:accent5>
    <a:accent6>
      <a:srgbClr val="00A9F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2642</TotalTime>
  <Words>309</Words>
  <Application>Microsoft Office PowerPoint</Application>
  <PresentationFormat>Custom</PresentationFormat>
  <Paragraphs>53</Paragraphs>
  <Slides>1</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8" baseType="lpstr">
      <vt:lpstr>Arial</vt:lpstr>
      <vt:lpstr>B Nazanin</vt:lpstr>
      <vt:lpstr>B Titr</vt:lpstr>
      <vt:lpstr>Symbol</vt:lpstr>
      <vt:lpstr>Times New Roman</vt:lpstr>
      <vt:lpstr>Default Design</vt:lpstr>
      <vt:lpstr>CorelDRAW</vt:lpstr>
      <vt:lpstr>PowerPoint Presentation</vt:lpstr>
    </vt:vector>
  </TitlesOfParts>
  <Company>MegaPrint Inc.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70x100 cm vertical poster template</dc:title>
  <dc:creator>Ethan Shulda;www.postersession.com</dc:creator>
  <cp:keywords>www.postersession.com</cp:keywords>
  <dc:description>©MegaPrint Inc. 2009-2015</dc:description>
  <cp:lastModifiedBy>Mohammad Ali Toufighi</cp:lastModifiedBy>
  <cp:revision>72</cp:revision>
  <dcterms:created xsi:type="dcterms:W3CDTF">2008-12-04T00:20:37Z</dcterms:created>
  <dcterms:modified xsi:type="dcterms:W3CDTF">2018-06-20T10:50:13Z</dcterms:modified>
</cp:coreProperties>
</file>